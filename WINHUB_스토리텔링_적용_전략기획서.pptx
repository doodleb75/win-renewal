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05840"/>
            <a:ext cx="3474720" cy="27432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424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STORYTELLING BENCHMARK SPEC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 &amp; CoMinVi 벤치마킹 기반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스토리텔링 적용 전략서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홍보형 웹을 넘어선 '시네마틱 SPA 내러티브'와 엔터프라이즈 SI 신뢰도 극대화 설계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SITES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Edolus.com (SPA 3D) · CoMinVi.com.mx (Minimal Metrics)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MISSION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섹션별 연속 스토리텔링 및 핀 스크롤 인터랙션 이식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FORMAT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전략, 섹션별 시나리오, 와이어프레임 &amp; 카피 명세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Final Spec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2651760" cy="3429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371600"/>
            <a:ext cx="1371600" cy="228600"/>
          </a:xfrm>
          <a:prstGeom prst="round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51760" cy="3429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371600"/>
            <a:ext cx="1371600" cy="22860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$\rightarrow$ 기술 아키텍처 $\rightarrow$ 정밀 솔루션 $\rightarrow$ 신뢰 증명 $\rightarrow$ 통합 시너지'로 이어지는 극적 긴장감 형성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35040" y="1234440"/>
            <a:ext cx="2651760" cy="3429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71600"/>
            <a:ext cx="137160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시네마틱 + CoMinVi의 신뢰 수치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 3D 오브젝트와 실시간 파티클이 시각적 압도감 제공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문의 전환(Conversion) 창출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ANALYSIS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Edolus.com 분석: 시네마틱 3D &amp; 스크럽 핀 스크롤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거대한 기술적 주제를 몰입형으로 풀어내는 연속 내러티브의 정수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 UX/UI 핵심 메커니즘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씬 고정(Pinning)과 타임라인 스크럽(Scrubbing)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사용자가 휠을 굴려도 다음 페이지로 넘어가지 않고, 화면이 고정된 채 3D 카메라 줌인과 텍스트 분해가 일어남.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영문 대문자 중심의 웅장한 헤드라인 (Monolithic Display)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'INTELLIGENCE AT PLANETARY SCALE', 'ORCHESTRATING THE FOUNDATION' 등 압도적 스케일의 카피 배치.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미니멀한 UI &amp; 전면 몰입도 (Zero-Distraction)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불필요한 테두리나 박스를 없애고, 암흑 우주 공간 속에서 오직 빛과 선, 타이포그래피만으로 전달.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명확한 상호작용 트리거 ('INITIATE SYSTEM')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단순 '더보기'가 아닌 시스템을 가동시키는 주체로서 방문자를 참여시킴.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Hero $\rightarrow$ Advantage 섹션의 핀 스크롤화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Hero 섹션에서 스크롤을 내릴 때 3D Capsule 모델이 카메라 앞으로 급격히 전진하며 내부 회로망(신경망)으로 시점이 빨려 들어가는 시네마틱 트랜지션 구현.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박스 없는 개방형 캔버스 (Open Symbolic Canvas)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기존의 네모난 카드 박스들을 걷어내고, SVG 동심원 링, 레이더 크로스헤어, 쉴드 심볼이 화면 공간에 유기적으로 떠오르는 무박스 디자인 채택.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퀀텀 시너지 에너지 수렴 연출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기술(01), 맞춤(02), 신뢰(03) 섹터에서 방출된 에너지가 중앙 코어(04)로 빨려 들어가는 '결과물의 탄생' 스토리 완성.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 ANALYSIS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CoMinVi.com.mx 분석: 섹션 넘버링 &amp; 대형 수치 임팩트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신뢰와 안전이 생명인 엔터프라이즈 산업을 심플하고 감각적으로 설득하는 문법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UX/UI 핵심 메커니즘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명확한 섹션 인덱싱 (S.01, S.02, S.03)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방대한 회사 소개, 서비스, 임팩트 영역을 간결한 코드 형태로 인덱싱하여 직관적인 정보 탐색 지원.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대형 수치 메트릭 그리드 (Bold Numerical Proof)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'+1,000,000 M', '20,000,000 TONS' 등 회사의 실질적 수행력을 거대한 타이포그래피 수치로 제시하여 신뢰도 각인.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다크 &amp; 라이트 씬의 세련된 전환 리듬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어두운 배경에서 기술의 깊이를 보여주고, 밝은 배경으로 전환되며 투명하고 안전한 기업 이미지 전달.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반응형 플로팅 프리뷰 카드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마우스 호버 및 스크롤 시 카드가 유기적으로 반응하며 엔터프라이즈의 무거움을 트렌디하게 상쇄.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프로젝트 적용 방안 (HOW TO APPLY)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엔터프라이즈 임팩트 수치 그리드 신설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기존 웹사이트에 없던 '숫자로 보는 WINHUB' 섹션 전격 신설: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- 99.98% 시스템 가동률 (무결점 SI)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- 15+ Years 엔터프라이즈 노하우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- 50+ 대기업 고객사 레퍼런스 (ABC마트, LX, AK, 신세계)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- 100+ 차세대 시스템 구축 실적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섹션별 뱃지 시스템 도입 (S.01 ~ S.07)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테크니컬한 감성을 주는 코드화 뱃지 적용으로 웹 전체의 정보 위계 통일.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수평 슬라이딩 쇼케이스 트랙 연계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Works 섹션을 단순 그리드가 아닌, 가로로 부드럽게 흐르는 슬라이딩 쇼케이스로 전환.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레퍼런스의 융합: WINHUB 하이브리드 스토리텔링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시네마틱 3D 감성과 CoMinVi의 엔터프라이즈 신뢰 체계의 완벽한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286000"/>
                <a:gridCol w="2468880"/>
              </a:tblGrid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분석 요소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4C7"/>
                          </a:solidFill>
                        </a:rPr>
                        <a:t>Edolus.com (시네마틱 감성)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766E"/>
                          </a:solidFill>
                        </a:rPr>
                        <a:t>CoMinVi.com.mx (엔터프라이즈 신뢰)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WINHUB 결합 적용 모델 (HYBRID)</a:t>
                      </a:r>
                      <a:endParaRPr lang="en-US" sz="8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스토리텔링 호흡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하나의 거대한 주제를 롱폼으로 핀 고정하여 심도 있게 전개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섹션별 독립된 주제와 빠른 전환 호흡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메인 각 섹션마다 고유의 3D 핀 스크롤 스토리텔링 적용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비주얼 연출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3D 캔버스, 암흑 공간, 카메라 줌인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다크/라이트 씬 대비, 반응형 미니멀 카드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3D 캡슐/회로 오브젝트 + 유기적 SVG 에너지 스트림 융합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신뢰도 전달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상징적 철학과 시적인 기술 카피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대형 핵심 수치 그리드와 구체적 성과 수치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감각적인 심볼릭 카피 + 대형 실적 수치 그리드(99.98% 등) 결합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사용자 참여 (Action)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시스템 기동 (Initiate System)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직관적 네비게이션 및 문의 링크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★ 몰입형 프로젝트 시작 CTA + 풀스크린 글래스 햄버거 메뉴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 NARRATIVE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스토리텔링 세계관: 'The Digital Spine'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비즈니스의 멈추지 않는 신경망을 직조하고 성공의 결실을 완성하는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9144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325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WORLDVIEW STATEMENT · '보이지 않는 곳에서, 모든 비즈니스를 움직이는 연결'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554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"수많은 엔터프라이즈가 매일 수천만 건의 결제와 거래, 유통을 처리합니다.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WINHUB는 그 거대한 비즈니스 유기체의 가장 단단한 척추(Spine)이자, 지능형 신경망입니다.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코드가 흐를 때, 클라이언트의 비즈니스는 비로소 생명력을 얻고 성장합니다."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265176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23160"/>
            <a:ext cx="1280160" cy="22860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50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연결의 각성 (Awakening)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속 잠들어 있던 기술적 인프라가 사용자의 스크롤 휠 신호에 맞춰 깨어나며 시스템과 접속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2286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요소: Three.js 3D Capsule &amp; Dynamic Tracking Pointer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46120" y="2286000"/>
            <a:ext cx="265176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423160"/>
            <a:ext cx="1280160" cy="2286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450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290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신경망의 전개 (Weaving)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혁신(AI/Cloud), 맞춤 전략(Radar), 신뢰 수행력(Shield)이 하나의 유기적 신경선으로 직조됨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429000" y="3931920"/>
            <a:ext cx="2286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요소: SVG Spine Streams &amp; Step-by-Step Pinning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035040" y="2286000"/>
            <a:ext cx="265176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423160"/>
            <a:ext cx="1280160" cy="2286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450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 03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179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시너지의 폭발 (Convergence)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에너지가 퀀텀 코어로 수렴하며 99.98% 무결점 엔터프라이즈 솔루션으로 완성 및 폭발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22860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요소: Quantum Core Reactor Wave &amp; Metric Proof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STORYLINE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7막(Acts) 연속 스토리텔링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다운에 따라 기승전결로 전개되는 엔터프라이즈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13441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섹션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34840" y="1344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기술과의 접속: 3D 모델 각성 및 'CONNECTS TO EMPOWER YOUR SUCCESS' 선언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728216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63240" y="18379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34840" y="1837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에너지 스트림 점등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221992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63240" y="23317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434840" y="2331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모델 타겟팅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715768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063240" y="2825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34840" y="28254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스트림 완성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209544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63240" y="33192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434840" y="33192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822960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063240" y="38130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434840" y="38130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노하우 등 대형 메트릭 그리드 카운트업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4197096"/>
            <a:ext cx="8229600" cy="42062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 to Action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43068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Outro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434840" y="43068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제안: 수평 쇼케이스를 지나 'READY TO EMPOWER?' 몰입형 제안으로 마침표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1: HERO INITIATION · 시네마틱 3D 인트로와 브랜드 선언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3D WebGL 스케일과 단일 뷰포트 몰입형 레이아웃 차용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 YOUR SUCCESS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기술력으로, 고객의 성공적인 비즈니스 도약을 견인합니다.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 3D Capsule 모델이 마우스 드래그 및 휠 스크롤에 반응하며 부드럽게 회전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마우스 커서를 따라다니는 사이버 포인터 링 &amp; 도트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 시작 시 'SCROLL TO INITIATE SYSTEM' 인디케이터 반응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GSAP ScrollTrigger: trigger: '#hero', pin: true, scrub: 1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0%~30%: 3D 모델이 시계방향으로 45도 회전하며 Z축 카메라 전진(Dolly-in)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30%~60%: 대형 영문 헤드라인이 글자 단위로 분해(Explode)되며 캔버스 바깥으로 확산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Edolus의 3D WebGL 스케일과 단일 뷰포트 몰입형 레이아웃 차용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2: S.01 TECH ARCHITECTURE · 지능형 신경망의 직조 (Tech Innovation)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인프라 그리드 분해 및 파티클 플럭스 모션 차용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파편화된 엔터프라이즈 데이터를 하나의 살아있는 지능형 신경망으로 직조합니다.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중앙에 AI Core 칩셋 와이어프레임 배치 (동심원 궤도 회전 링)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칩셋 주변으로 데이터 버스 라인이 실시간으로 뻗어나가는 SVG 애니메이션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하단으로 첫 번째 에너지 스트림 와이어(Wire 1, 네온 시안) 방출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핀 고정(Pinning) 상태에서 마우스 휠에 따라 칩셋 코어가 분해되며 내부 로직 노출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SVG feGaussianBlur 필터를 적용하여 광원 입자(Traveling Dot)가 선을 타고 이동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태그: #AI솔루션 #엔터프라이즈클라우드 #빅데이터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Edolus의 인프라 그리드 분해 및 파티클 플럭스 모션 차용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3: S.02 BESPOKE STRATEGY · 360도 레이더 스캔과 정밀 분석 (Custom Strategy)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CoMinVi의 엔지니어링 정밀성과 Edolus의 타겟팅 크로스헤어 결합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거대한 엔터프라이즈 환경 속, 1mm의 오차도 없는 최적의 맞춤 로드맵을 설계합니다.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회전하는 360도 레이더 스캐너 링과 목표 타겟 블립(Blip Target)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고객사의 비즈니스 환경을 정밀 분석하는 데이터 포인트 그리드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중앙 하단으로 연결되는 두 번째 에너지 스트림(Wire 2, 에메랄드 민트) 활성화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 시 레이더 광선이 1회전하며 핵심 타겟 포인트를 록온(Lock-on)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록온 완료 시 'Bespoke Architecture Validated' 메시지 점등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태그: #비즈니스분석 #맞춤컨설팅 #최적로드맵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CoMinVi의 엔지니어링 정밀성과 Edolus의 타겟팅 크로스헤어 결합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4: S.03 PROVEN EXECUTION · 육각 쉴드 매트릭스와 품질 보증 (Proven Execution)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CoMinVi의 무결점 안전 프로토콜과 증명된 실적 내러티브 차용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대형 SI 프로젝트가 증명하는 검증된 방법론으로 무결점 납기를 보증합니다.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육각형 쉴드(Hexagon Shield)가 단계별로 결합되는 입체 와이어프레임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중앙에 선명하게 떠오르는 무결점 품질 체크마크(✓)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중앙 하단으로 흐르는 세 번째 스트림(Wire 3, 앰버 골드) 결합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 파편화된 육각 쉴드 조각들이 중앙으로 조립되며 견고한 방패 완성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3개의 스트림(시안, 민트, 앰버)이 모두 충전 완료(100% Ready) 상태 도달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태그: #엔터프라이즈SI #품질보증 #무결점납기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CoMinVi의 무결점 안전 프로토콜과 증명된 실적 내러티브 차용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5: S.04 QUANTUM CONVERGENCE · 3중 스트림의 퀀텀 코어 대수렴 (Integrated Synergy)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 피날레의 시스템 가동 및 에너지 대폭발 시네마틱 구현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하나로 수렴하여 압도적 시너지를 촉발합니다.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1, 2, 3단계에서 이어진 3개의 광선이 하단 퀀텀 리액터 코어로 동시 주입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동심원 리액터 링이 초고속 회전하며 중앙 구체에서 네온 펄스 파동 방출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전체에 미세 에너지 파티클이 퍼져나가는 극적 클라이맥스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3개 광선이 중앙에 닿는 순간 GSAP 타임라인으로 백색 플래시 펄스 발동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코어가 안정화되며 WINHUB의 궁극적 핵심 가치 텍스트 페이드인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태그: #기술선도 #맞춤전략 #성공실현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Edolus 피날레의 시스템 가동 및 에너지 대폭발 시네마틱 구현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6: S.05 ENTERPRISE IMPACT · 숫자로 증명하는 압도적 실적 (Enterprise Metrics)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 사이트의 대표적 특징인 '대형 수치 그리드' 전격 이식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OUR EXCELLENCE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신뢰는 추상적인 말이 아닌, 검증된 숫자로 증명됩니다.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4분할 대형 수치 그리드: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1) [99.98%] SYSTEM UPTIME (무결점 운영 가동률)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2) [15+ YRS] SI EXPERIENCE (엔터프라이즈 SI 노하우)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3) [50+ TOPS] TIER-1 CLIENTS (ABC마트, LX, AK, 신세계 등)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4) [100+ SYS] SUCCESSFUL DEPLOYMENTS (차세대 POS/ERP 성공)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진입 시 숫자 카운트업(0에서 목표 수치까지 부드럽게 증가)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마우스 호버 시 카드 배경이 은은하게 발광하며 세부 실적 팝업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 사이트의 대표적 특징인 '대형 수치 그리드' 전격 이식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7: S.06 WORKS SHOWCASE · 살아 움직이는 수평 쇼케이스 (Works Showcase)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CoMinVi의 수평 슬라이딩 카드 트랙 및 유기적 프리뷰 차용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INNOVATION IN 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리딩 기업들과 함께 완성한 차세대 프로젝트를 확인하십시오.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세로 스크롤 시 고정되며 가로로 유기적으로 흐르는 패럴랙스 카드 트랙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ABC마트 차세대 POS, LX하우시스 투자관리, AK플라자 신재무회계 카드 노출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각 카드별 담당 역할, 구축 기간, 핵심 기술 스택 명시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가로 스크롤 진행 바(Horizontal Progress Bar) 동기화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카드 클릭 시 상세 프로젝트 분석 모달 또는 상세 페이지 즉시 이동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CoMinVi의 수평 슬라이딩 카드 트랙 및 유기적 프리뷰 차용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DETAIL SPECIFICATION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8: S.07 CONVERSION &amp; CTA · 몰입형 프로젝트 제안과 마침표 (Epilogue)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방문자를 프로젝트의 동반자로 전환시키는 매끄러운 CTA 완결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4290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심볼릭 카피 &amp; 비주얼 연출 (Visual Narrative)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 YOUR FUTURE?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성공적인 디지털 전환, 지금 WINHUB의 전문가 그룹과 함께 시작하십시오.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35661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비주얼 와이어프레임 설계: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중앙 집중형 볼드 헤드라인과 네온 펄스 액션 버튼 ('START A PROJECT →')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하단 미니멀 글로벌 푸터 (연락처, 이메일, 저작권)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최상단 부드러운 스크롤 복귀 플로팅 버튼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233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인터랙션 &amp; 모션 로직 (Motion Spec)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버튼 클릭 시 온라인 견적 의뢰 폼(Contact.html)으로 즉각 라우팅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버튼 호버 시 사이언 네온 글로우 펄스 애니메이션 구동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3657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핵심 차용점: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방문자를 프로젝트의 동반자로 전환시키는 매끄러운 CTA 완결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박스형 레이아웃을 완전히 벗어난 개방형 SVG 공간 연출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진행도를 촉각적으로 체감시키는 부드러운 스크럽 타임라인 적용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COPYWRITING SYSTEM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Edolus의 시적 웅장함과 CoMinVi의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3383280"/>
                <a:gridCol w="1280160"/>
              </a:tblGrid>
              <a:tr h="4171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연결하는 기술력으로 고객 비즈니스의 성공적인 도약을 견인합니다.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#연결 #도약 #동반성장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284C7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ARCHITECTURE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Three.js r164 (WebGL 2.0)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카메라 Dolly 줌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Draco 압축 알고리즘으로 3D GLTF 용량을 80% 절감 (로딩 지연 해소)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requestAnimationFrame 기반 렌더 루프에서 스크롤 트리거 진행률(progress)에 따라 카메라 Position 및 Rotation을 보간(LERP) 연산하여 끊김 없는 부드러움 보장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모션을 1:1 동기화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체이닝(Timeline Chaining) 구현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SVG Vector Stream Engine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 에너지 연결선 및 수렴 광선 (Spine)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베지어 곡선(Cubic Bezier Path) 좌표 연산으로 섹터 간 부드러운 연결선 생성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feGaussianBlur 네온 필터 및 animateMotion 입자 순환으로 전력망 느낌의 테크 감성 연출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서브페이지(About, Works, Contact) 이동 시에도 전체 페이지가 깜빡이지 않고 글래스모피즘 오버레이 및 부드러운 뷰 트랜지션(View Transition) 제공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 적용에 따른 기대 효과 및 비즈니스 가치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웹사이트 리뉴얼을 넘어 기업의 수주 경쟁력과 브랜드 밸류를 격상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651760" cy="3337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평균 체류 시간 증가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2103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지루한 텍스트 나열 대신 한 편의 인터랙티브 스토리를 체험하게 함으로써, 첫 방문자의 평균 체류 시간을 기존 40초에서 2분 이상으로 300% 이상 증대.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6120" y="1280160"/>
            <a:ext cx="2651760" cy="3337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TOP-TIER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브랜드 위상 격상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2697480"/>
            <a:ext cx="2103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880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Edolus급의 최신 WebGL/3D 기술력과 CoMinVi급의 미니멀 신뢰도를 입증하여 대기업 및 공공기관 RFP 심사 시 기술 우위 점유.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51760" cy="3337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견적 문의 전환율(CVR) 향상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2697480"/>
            <a:ext cx="2103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8803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 가동률 등 실질적 성과 수치와 마지막 몰입형 CTA 연동을 통해 잠재 고객사의 공식 견적 및 상담 의뢰율을 45% 이상 개선.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STORYTELLING STRATEGY SPECIFICATION · REF BENCHMARK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EXECUTION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 SPA 구축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011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Copyright © WINHUB. All Rights Reserved. · Benchmark Analysis &amp; Interactive Storytelling Framework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(1~2주차)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 &amp; 에셋 최적화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 기획서 기반 7막 스토리보드 최종 컨펌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모델(GLB) Draco 압축 및 WebGL 경량화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영문/국문 카피라이팅 및 SVG 심볼 에셋 확정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542032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(3~4주차)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Three.js 카메라 Dolly 줌 스크럽 연동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CoMinVi 스타일 수치 카운트업 &amp; 쇼케이스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26864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(5주차)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크로스 브라우징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모바일/태블릿 반응형 뷰포트 터치 제어 점검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711696" y="1280160"/>
            <a:ext cx="196596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(6주차)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검수 &amp; 라이브 런칭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endParaRPr lang="en-US" sz="7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스토리텔링 인터랙션 적용 전략 기획서</dc:title>
  <dc:subject>Edolus &amp; CoMinVi 벤치마킹 기반 SPA 스토리텔링 이식 전략</dc:subject>
  <dc:creator>WINHUB Strategy &amp; Planning Group</dc:creator>
  <cp:lastModifiedBy>WINHUB Strategy &amp; Planning Group</cp:lastModifiedBy>
  <cp:revision>1</cp:revision>
  <dcterms:created xsi:type="dcterms:W3CDTF">2026-10-16T00:23:57Z</dcterms:created>
  <dcterms:modified xsi:type="dcterms:W3CDTF">2026-10-16T00:23:57Z</dcterms:modified>
</cp:coreProperties>
</file>