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05840"/>
            <a:ext cx="3840480" cy="29260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424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ALL-IN-ONE SPECIFICATION &amp; HOW TO APPLY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공식 웹사이트 리뉴얼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스토리텔링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&amp; CoMinVi 벤치마킹 분석 | 화면설계 와이어프레임 + WINHUB 프로젝트 적용 방안(HOW TO APPLY)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Storytelling Strategy Integrated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SECTION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화면별 [WINHUB 프로젝트 적용 방안 (HOW TO APPLY)] 완비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Edolus.com (SPA 3D) · CoMinVi.com.mx (Minimal Metrics)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v2.5 Final Integrated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2651760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71600"/>
            <a:ext cx="1371600" cy="228600"/>
          </a:xfrm>
          <a:prstGeom prst="round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51760" cy="3429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371600"/>
            <a:ext cx="1371600" cy="22860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$\rightarrow$ 기술 아키텍처 $\rightarrow$ 정밀 솔루션 $\rightarrow$ 신뢰 증명 $\rightarrow$ 통합 시너지'로 이어지는 극적 긴장감 형성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651760" cy="3429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71600"/>
            <a:ext cx="1371600" cy="22860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시네마틱 + CoMinVi의 신뢰 수치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 3D 오브젝트와 실시간 파티클이 시각적 압도감 제공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문의 전환(Conversion) 창출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Edolus.com 분석 및 WINHUB 프로젝트 적용 방안 (HOW TO APPLY)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&amp; 스크럽 핀 스크롤을 우리 웹사이트에 어떻게 1:1로 구현할 것인가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UX/UI 핵심 메커니즘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씬 고정(Pinning)과 타임라인 스크럽(Scrubbing)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휠을 굴려도 다음 페이지로 넘어가지 않고, 화면이 고정된 채 3D 카메라 줌인과 텍스트 분해가 일어남.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영문 대문자 중심의 웅장한 헤드라인 (Monolithic Display)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'INTELLIGENCE AT PLANETARY SCALE' 등 압도적 스케일의 카피 배치.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미니멀한 UI &amp; 전면 몰입도 (Zero-Distraction)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불필요한 박스를 없애고 빛과 선, 타이포그래피만으로 전달.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명확한 상호작용 트리거 ('INITIATE SYSTEM')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시스템을 가동시키는 주체로서 방문자를 참여시킴.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Hero $\rightarrow$ Advantage 섹션의 핀 스크롤화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Hero 섹션에서 스크롤을 내릴 때 3D Capsule 모델이 카메라 앞으로 급격히 전진하며 내부 회로망(신경망)으로 시점이 빨려 들어가는 시네마틱 트랜지션 구현.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박스 없는 개방형 캔버스 (Open Symbolic Canvas)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기존의 네모난 카드 박스들을 걷어내고, SVG 동심원 링, 레이더 크로스헤어, 쉴드 심볼이 화면 공간에 유기적으로 떠오르는 무박스 디자인 채택.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퀀텀 시너지 에너지 수렴 연출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기술(01), 맞춤(02), 신뢰(03) 섹터에서 방출된 에너지가 중앙 코어(04)로 빨려 들어가는 '결과물의 탄생' 스토리 완성.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CoMinVi.com.mx 분석 및 WINHUB 프로젝트 적용 방안 (HOW TO APPLY)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신뢰 체계와 수치 기반 증명 방식을 우리 프로젝트에 접목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UX/UI 핵심 메커니즘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명확한 섹션 인덱싱 (S.01, S.02, S.03)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방대한 기업 서비스와 임팩트를 간결한 코드 형태로 인덱싱하여 직관적 탐색 지원.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대형 수치 메트릭 그리드 (Bold Numerical Proof)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'+1,000,000 M', '20,000,000 TONS' 등 회사의 실질적 수행력을 거대한 숫자로 각인.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다크 &amp; 라이트 씬의 세련된 전환 리듬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어두운 배경에서 기술의 깊이를, 밝은 배경으로 전환되며 투명하고 안전한 신뢰도 전달.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반응형 플로팅 프리뷰 카드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엔터프라이즈의 무거움을 트렌디하고 감각적인 인터랙션으로 상쇄.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엔터프라이즈 임팩트 수치 그리드 신설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기존 웹사이트에 없던 '숫자로 보는 WINHUB' 섹션 전격 신설: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- 99.98% 시스템 가동률 (무결점 SI)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- 15+ Years 엔터프라이즈 노하우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- 50+ 대기업 고객사 레퍼런스 (ABC마트, LX, AK, 신세계)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- 100+ 차세대 시스템 구축 실적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섹션별 뱃지 시스템 도입 (S.01 ~ S.07)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테크니컬한 감성을 주는 코드화 뱃지 적용으로 웹 전체의 정보 위계 통일.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수평 슬라이딩 쇼케이스 트랙 연계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Works 섹션을 단순 그리드가 아닌, 가로로 부드럽게 흐르는 슬라이딩 쇼케이스로 전환.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레퍼런스의 융합: WINHUB 하이브리드 스토리텔링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시네마틱 3D 감성과 CoMinVi의 엔터프라이즈 신뢰 체계의 완벽한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286000"/>
                <a:gridCol w="2468880"/>
              </a:tblGrid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분석 요소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</a:rPr>
                        <a:t>Edolus.com (시네마틱 감성)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</a:rPr>
                        <a:t>CoMinVi.com.mx (엔터프라이즈 신뢰)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WINHUB 결합 적용 모델 (HYBRID)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스토리텔링 호흡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하나의 거대한 주제를 롱폼으로 핀 고정하여 심도 있게 전개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섹션별 독립된 주제와 빠른 전환 호흡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메인 각 섹션마다 고유의 3D 핀 스크롤 스토리텔링 적용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비주얼 연출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3D 캔버스, 암흑 공간, 카메라 줌인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다크/라이트 씬 대비, 반응형 미니멀 카드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3D 캡슐/회로 오브젝트 + 유기적 SVG 에너지 스트림 융합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신뢰도 전달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상징적 철학과 시적인 기술 카피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대형 핵심 수치 그리드와 구체적 성과 수치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감각적인 심볼릭 카피 + 대형 실적 수치 그리드(99.98% 등) 결합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사용자 참여 (Action)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시스템 기동 (Initiate System)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직관적 네비게이션 및 문의 링크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몰입형 프로젝트 시작 CTA + 풀스크린 글래스 햄버거 메뉴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 NARRATIVE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스토리텔링 세계관: 'The Digital Spine'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비즈니스의 멈추지 않는 신경망을 직조하고 성공의 결실을 완성하는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9144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25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WORLDVIEW STATEMENT · '보이지 않는 곳에서, 모든 비즈니스를 움직이는 연결'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"수많은 엔터프라이즈가 매일 수천만 건의 결제와 거래, 유통을 처리합니다.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WINHUB는 그 거대한 비즈니스 유기체의 가장 단단한 척추(Spine)이자, 지능형 신경망입니다.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코드가 흐를 때, 클라이언트의 비즈니스는 비로소 생명력을 얻고 성장합니다."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23160"/>
            <a:ext cx="1280160" cy="22860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연결의 각성 (Awakening)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속 잠들어 있던 기술적 인프라가 사용자의 스크롤 휠 신호에 맞춰 깨어나며 시스템과 접속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Three.js 3D Capsule &amp; Dynamic Tracking Pointer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423160"/>
            <a:ext cx="1280160" cy="22860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290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신경망의 전개 (Weaving)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혁신(AI/Cloud), 맞춤 전략(Radar), 신뢰 수행력(Shield)이 하나의 유기적 신경선으로 직조됨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429000" y="393192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SVG Spine Streams &amp; Step-by-Step Pinning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423160"/>
            <a:ext cx="1280160" cy="2286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시너지의 폭발 (Convergence)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에너지가 퀀텀 코어로 수렴하며 99.98% 무결점 엔터프라이즈 솔루션으로 완성 및 폭발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Quantum Core Reactor Wave &amp; Metric Proof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STORYLINE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7막(Acts) 연속 스토리텔링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다운에 따라 기승전결로 전개되는 엔터프라이즈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344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섹션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34840" y="1344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기술과의 접속: 3D 모델 각성 및 'CONNECTS TO EMPOWER YOUR SUCCESS' 선언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728216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63240" y="18379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34840" y="1837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에너지 스트림 점등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221992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63240" y="23317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434840" y="2331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모델 타겟팅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15768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063240" y="2825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34840" y="28254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스트림 완성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209544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33192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434840" y="33192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63240" y="38130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434840" y="38130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노하우 등 대형 메트릭 그리드 카운트업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4197096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 to Action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43068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Outro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434840" y="4306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제안: 수평 쇼케이스를 지나 'READY TO EMPOWER?' 몰입형 제안으로 마침표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Hero 섹션 (시네마틱 인트로)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/index.html#hero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https://winhub.co.kr/index.html#hero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1600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1600200"/>
            <a:ext cx="256032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160020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20240" y="2011680"/>
            <a:ext cx="1645920" cy="1645920"/>
          </a:xfrm>
          <a:prstGeom prst="ellipse">
            <a:avLst/>
          </a:prstGeom>
          <a:solidFill>
            <a:srgbClr val="1E293B">
              <a:alpha val="40000"/>
            </a:srgbClr>
          </a:solidFill>
          <a:ln w="12700">
            <a:solidFill>
              <a:srgbClr val="0EA5E9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2331720" y="2286000"/>
            <a:ext cx="822960" cy="1097280"/>
          </a:xfrm>
          <a:prstGeom prst="roundRect">
            <a:avLst/>
          </a:prstGeom>
          <a:solidFill>
            <a:srgbClr val="38BDF8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630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WebGL Model (Capsule/Modem)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[Interactive 360° Drag &amp; Scroll Sync]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777240" y="3566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77240" y="4160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엔터프라이즈의 다음 차원을 여는 기술적 연결과 통합 솔루션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645920" y="4343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[Edolus 모델 차용]: 휠 스크롤 시 3D 카메라 Dolly-in 및 헤드라인 분해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[비주얼 연출]: Three.js GLTF Draco 압축 3D 오브젝트 로드 (60FPS)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CONNECTS TO EMPOWER YOUR SUCCESS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[사용자 트리거]: 'SCROLL TO INITIATE SYSTEM' 클릭 시 S.01로 스무스 스크롤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S.01 Tech Innovation (신경망 직조)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/index.html#tech-innovation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https://winhub.co.kr/index.html#tech-innovation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1737360"/>
            <a:ext cx="1371600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7724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874520" y="2788920"/>
            <a:ext cx="16459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240280" y="3063240"/>
            <a:ext cx="914400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9" name="Text 26"/>
          <p:cNvSpPr/>
          <p:nvPr/>
        </p:nvSpPr>
        <p:spPr>
          <a:xfrm>
            <a:off x="2240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697480" y="3886200"/>
            <a:ext cx="0" cy="45720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1600200" y="43434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[Edolus 모델 차용]: 화면 100vh 핀 고정(Pinning) 및 AI 칩셋 회로 분해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[SVG 파이프라인]: Spine Wire를 따라 빛의 광원 닷(Travel Dot) 실시간 순환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ORCHESTRATING ENTERPRISE INTELLIGENCE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[태그]: #AI솔루션 #엔터프라이즈클라우드 #빅데이터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S.02 Custom Strategy (정밀 맞춤)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/index.html#custom-strategy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https://winhub.co.kr/index.html#custom-strategy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1737360"/>
            <a:ext cx="1371600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7724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2331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환경을 정밀 분석해 컨설팅부터 시스템 구축 및 운영 로드맵 설계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965960" y="2743200"/>
            <a:ext cx="1463040" cy="1463040"/>
          </a:xfrm>
          <a:prstGeom prst="ellipse">
            <a:avLst/>
          </a:prstGeom>
          <a:solidFill>
            <a:srgbClr val="064E3B">
              <a:alpha val="5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31720" y="3108960"/>
            <a:ext cx="731520" cy="73152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2606040" y="29260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160020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 Sweep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[Targeting Client Business Model]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차용]: 360도 레이더 회전 스캔을 통한 정밀 맞춤 공학 시각화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[인터랙션]: 스크롤에 따라 레이더 광선이 회전하며 고객사 페인 포인트 록온(Lock-on)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PRECISION AT SCALE (규모를 지배하는 정밀함)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[에너지 연결]: 두 번째 에메랄드 민트 스트림이 중앙 하단으로 연계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S.03 Proven Execution (신뢰 수행력)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/index.html#proven-execution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https://winhub.co.kr/index.html#proven-execution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1737360"/>
            <a:ext cx="1463040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17556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7724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2331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057400" y="2788920"/>
            <a:ext cx="1280160" cy="1371600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57400" y="3246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차용]: 육각 쉴드 매트릭스 결합으로 100% 무결점 납기 보증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[인터랙션]: 조각난 쉴드가 하나로 조립되며 앰버 골드 체크마크 발광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VERIFIED MOMENTUM (검증된 성공의 궤적)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[스트림 완성]: 3개의 광선(시안, 민트, 앰버)이 모두 충전되어 코어 합류 준비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S.04 Integrated Synergy (퀀텀 코어 수렴)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/index.html#integrated-synergy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https://winhub.co.kr/index.html#integrated-synergy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1645920"/>
            <a:ext cx="1645920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77240" y="1901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22128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234440" y="2560320"/>
            <a:ext cx="1371600" cy="9144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97480" y="2468880"/>
            <a:ext cx="0" cy="10058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>
            <a:off x="2788920" y="2560320"/>
            <a:ext cx="137160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57400" y="3383280"/>
            <a:ext cx="1280160" cy="1097280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2316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600200" y="4526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[Energy Pulse Wave Explosion]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[Edolus 모델 차용]: 3중 에너지 스트림의 퀀텀 코어 동시 주입 및 펄스 파동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[인터랙션]: 세 광선이 중앙에 닿는 순간 GSAP 플래시 펄스 폭발 후 안정화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THE CONVERGED CORE (수렴하는 하나의 에너지)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[감성적 효과]: 단순 솔루션 공급사를 넘어선 브랜드 완성도의 극적 체감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S.05 Enterprise Impact (수치 임팩트)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/index.html#enterprise-impact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https://winhub.co.kr/index.html#enterprise-impact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1645920"/>
            <a:ext cx="1463040" cy="201168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1664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7724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237744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2468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8680" y="29077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UPTIME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68680" y="31089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운영 가동률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2788920" y="237744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80360" y="2468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880360" y="29077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EXPERIENCE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880360" y="31089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구축력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77240" y="352044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3611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68680" y="40507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TIER-1 CLIENTS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68680" y="42519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 파트너 레퍼런스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2788920" y="352044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80360" y="36118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2880360" y="40507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880360" y="42519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POS/ERP 성공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전격 차용]: 대형 핵심 수치 그리드로 기술력을 숫자로 증명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[인터랙션]: 스크롤 진입 시 0%에서 99.98%까지 부드러운 카운트업(Count-Up)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NUMBERS THAT PROVE OUR EXCELLENCE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[설득력]: ABC마트, LX, AK, 신세계 등 실질적 성과 수치 제시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S.06 Works Showcase (수평 쇼케이스)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/index.html#works-showcase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https://winhub.co.kr/index.html#works-showcase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2194560"/>
            <a:ext cx="1261872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" y="2267712"/>
            <a:ext cx="1115568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" y="31546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50392" y="333756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PC/모바일 POS 구축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2148840" y="2194560"/>
            <a:ext cx="1261872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21992" y="2267712"/>
            <a:ext cx="1115568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7"/>
          <p:cNvSpPr/>
          <p:nvPr/>
        </p:nvSpPr>
        <p:spPr>
          <a:xfrm>
            <a:off x="2221992" y="31546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221992" y="333756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투자관리 시스템 &amp; ZIN 구축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3520440" y="2194560"/>
            <a:ext cx="1261872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93592" y="2267712"/>
            <a:ext cx="1115568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1"/>
          <p:cNvSpPr/>
          <p:nvPr/>
        </p:nvSpPr>
        <p:spPr>
          <a:xfrm>
            <a:off x="3593592" y="31546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593592" y="333756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新 재무회계/결제 시스템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77240" y="4297680"/>
            <a:ext cx="3931920" cy="73152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7" name="Shape 34"/>
          <p:cNvSpPr/>
          <p:nvPr/>
        </p:nvSpPr>
        <p:spPr>
          <a:xfrm>
            <a:off x="777240" y="4297680"/>
            <a:ext cx="1280160" cy="73152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38" name="Shape 35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[CoMinVi 모델 차용]: 세로 스크롤 시 고정되며 가로로 유기적으로 흐르는 패럴랙스 쇼케이스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[인터랙션]: 가로 스크롤 진행 바 동기화 및 호버 시 상세 스펙 오버레이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INNOVATION IN ACTION (산업의 기준을 바꾼 혁신 프로젝트)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[라우팅]: 클릭 시 상세 프로젝트 분석 모달 또는 포트폴리오 상세 연동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S.07 Outro &amp; Conversion (프로젝트 제안)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Act 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/index.html#contact-cta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https://winhub.co.kr/index.html#contact-cta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BUSINESS?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성공적인 디지털 전환, 지금 WINHUB의 전문가 그룹과 함께 설계하십시오.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828800" y="3200400"/>
            <a:ext cx="1828800" cy="41148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A PROJECT →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" y="4023360"/>
            <a:ext cx="44805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133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Inc. | admin@winhub.co.kr | 031-998-1815 | 경기도 고양시 일산동구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[몰입형 CTA 연출]: 배경이 서서히 어두워지며 중앙 텍스트와 펄스 버튼에 시선 집중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[전환율(CVR) 극대화]: 'START A PROJECT →' 버튼 호버 시 사이언 네온 발광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[심볼릭 카피]: READY TO EMPOWER YOUR FUTURE?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[연동]: 원클릭으로 온라인 견적 의뢰 폼(Contact.html)으로 이동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WIN-UI-N01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네비게이션 - 풀스크린 햄버거 메뉴 오버레이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/ 네비게이션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/assets/common/_menu_overlay.html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https://winhub.co.kr/assets/common/_menu_overlay.html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4300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43000" y="2423160"/>
            <a:ext cx="164592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300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7240" y="3246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4300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7724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4300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063240" y="2286000"/>
            <a:ext cx="1645920" cy="1920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54680" y="24231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 INQUIRY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154680" y="26974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admin@winhub.co.kr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T. 031-998-1815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Corporate Profile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WINHUB 2026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[글래스모피즘 오버레이]: 우측 상단 햄버거 클릭 시 배경 전체 블러 처리 후 페이드인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[타이포그래피 드로잉]: 마우스 호버 시 링크 하단 화살표 SVG가 실시간 드로잉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[우측 퀵 인포 탑재]: 이메일/전화번호 즉시 노출로 직통 연락 유도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[부드러운 전환]: 페이지 이동 시 트랜지션 로더 연동으로 끊김 없는 SPA UX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ABOUT US (미션 &amp; 듀얼 패럴랙스)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회사소개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/page/about.html#overview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https://winhub.co.kr/page/about.html#overview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 · OVERVIEW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2148840"/>
            <a:ext cx="2011680" cy="210312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MISSION &amp; VALUES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8680" y="2606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WINHUB는 최첨단 기술과 산업 이해를 바탕으로 고객사의 성장을 견인합니다.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공급자를 넘어 기업의 고유한 요구사항에 최적화된 맞춤형 시스템을 완벽히 구축합니다.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2926080" y="2148840"/>
            <a:ext cx="1874520" cy="210312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1752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Lottie Player Container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[overview-set.json]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 Vector Animation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[듀얼 패럴랙스 스크롤]: rect-random 배경과 전면 미션 텍스트가 서로 다른 속도로 스크롤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[Lottie 벡터 모션 연동]: 가벼운 JSON 기반 애니메이션으로 트래픽 부담 없는 고품질 비주얼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[브랜드 철학 전달]: '고객의 성공이 곧 우리의 성공'이라는 확고한 비전 각인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[가독성 최적화]: 최적 줄간격(1.6)과 콘트라스트로 엔터프라이즈 신뢰감 부여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ABOUT US (BIZ DOMAIN 4대 솔루션)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사업도메인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/page/about.html#biz-domain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https://winhub.co.kr/page/about.html#biz-domain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BIZ DOMAIN SOLUTIONS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" y="2011680"/>
            <a:ext cx="914400" cy="22860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2029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유통/서비스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1783080" y="2011680"/>
            <a:ext cx="914400" cy="228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83080" y="2029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인테리어 공사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2788920" y="2011680"/>
            <a:ext cx="914400" cy="228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88920" y="2029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대리점/ERP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794760" y="2011680"/>
            <a:ext cx="914400" cy="2286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2029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777240" y="2377440"/>
            <a:ext cx="3931920" cy="89611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(Point Of Purchase) 시스템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1440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정확한 쇼핑 정보(가격, 규격, 혜택)를 제공하여 구매 동기를 유발하는 매장 내 최적의 마케팅 광고 솔루션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777240" y="3383280"/>
            <a:ext cx="3931920" cy="896112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440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(Point of Sale) 시스템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914400" y="3730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공급, 물류, 결제 프로세스 전 과정을 포괄하며, SCO(셀프계산대), 키오스크, 모바일 POS 완벽 지원</a:t>
            </a:r>
            <a:endParaRPr lang="en-US" sz="680" dirty="0"/>
          </a:p>
        </p:txBody>
      </p:sp>
      <p:sp>
        <p:nvSpPr>
          <p:cNvPr id="38" name="Shape 35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[4대 전문 도메인 명시]: 단순 외주 개발이 아닌 유통/공사/ERP/HW 특화 입증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[탭 전환 애니메이션]: GSAP 페이드 &amp; 슬라이드 업 인터랙션 적용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[산업군별 전문 용어]: POS, POP, Back Office 등 실무 시스템 명확히 기술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[신뢰도 구축]: 클라이언트 환경에 꼭 맞는 맞춤형 컨설팅 로드맵 제시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(포트폴리오 그리드 아카이브)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포트폴리오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/page/works.html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https://winhub.co.kr/page/works.html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ARCHIVE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" y="1965960"/>
            <a:ext cx="685800" cy="201168"/>
          </a:xfrm>
          <a:prstGeom prst="roundRect">
            <a:avLst/>
          </a:prstGeom>
          <a:solidFill>
            <a:srgbClr val="0284C7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1984248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1554480" y="1965960"/>
            <a:ext cx="685800" cy="20116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54480" y="1984248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2331720" y="1965960"/>
            <a:ext cx="685800" cy="20116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31720" y="1984248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108960" y="1965960"/>
            <a:ext cx="685800" cy="20116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08960" y="1984248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3886200" y="1965960"/>
            <a:ext cx="685800" cy="201168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86200" y="1984248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HARDWARE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77240" y="228600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0392" y="2359152"/>
            <a:ext cx="1728216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3"/>
          <p:cNvSpPr/>
          <p:nvPr/>
        </p:nvSpPr>
        <p:spPr>
          <a:xfrm>
            <a:off x="850392" y="2944368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850392" y="3108960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POS 시스템 구축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2788920" y="228600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862072" y="2359152"/>
            <a:ext cx="1728216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7"/>
          <p:cNvSpPr/>
          <p:nvPr/>
        </p:nvSpPr>
        <p:spPr>
          <a:xfrm>
            <a:off x="2862072" y="2944368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2862072" y="3108960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투자관리 시스템 개발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777240" y="342900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50392" y="3502152"/>
            <a:ext cx="1728216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1"/>
          <p:cNvSpPr/>
          <p:nvPr/>
        </p:nvSpPr>
        <p:spPr>
          <a:xfrm>
            <a:off x="850392" y="4087368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0392" y="4251960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新 재무회계/간편결제 연동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2788920" y="3429000"/>
            <a:ext cx="1874520" cy="105156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62072" y="3502152"/>
            <a:ext cx="1728216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Text 45"/>
          <p:cNvSpPr/>
          <p:nvPr/>
        </p:nvSpPr>
        <p:spPr>
          <a:xfrm>
            <a:off x="2862072" y="4087368"/>
            <a:ext cx="1728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2862072" y="4251960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전기차 충전 솔루션 I/F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[projects.json 비동기 바인딩]: JSON 파일 기반 실시간 포트폴리오 패치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[카테고리 실시간 필터링]: GSAP Flip 플러그인 기반 부드러운 카드 리오더링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[대기업 레퍼런스 노출]: ABC마트, LX하우시스, AK, 신세계 등 대표 실적 부각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[상세 라우팅]: 카드 클릭 시 상세 페이지로 ID 파라미터 전달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(프로젝트 상세 심층 아키텍처)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프로젝트상세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/page/works_details/works-detail.html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https://winhub.co.kr/page/works_details/works-detail.html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645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WORKLIST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772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2194560"/>
            <a:ext cx="39319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Mockup]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77240" y="3611880"/>
            <a:ext cx="1261872" cy="6400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3703320"/>
            <a:ext cx="1078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868680" y="393192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103120" y="3611880"/>
            <a:ext cx="1261872" cy="6400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94560" y="3703320"/>
            <a:ext cx="1078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2194560" y="393192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429000" y="3611880"/>
            <a:ext cx="1261872" cy="6400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20440" y="3703320"/>
            <a:ext cx="1078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520440" y="393192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[3대 분석 구조화]: Overview(개요), Challenge(과제), Solution(해결책)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[기술 스펙 테이블]: Front-end, Back-end, 결제 I/F, DB 아키텍처 명시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[정량적 성과 제시]: 매장 결제 대기 시간 단축률, 시스템 안정성 수치 공개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[네비게이션]: 이전/다음 프로젝트 프리뷰 링크 및 목록 복귀 버튼 제공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841248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 &amp; HOW TO APPLY)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0" y="228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2.5 (INTEGRATED SPEC)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30352"/>
          <a:ext cx="8412480" cy="27432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822960"/>
                <a:gridCol w="2468880"/>
                <a:gridCol w="822960"/>
                <a:gridCol w="914400"/>
                <a:gridCol w="100584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CONTACT (온라인 의뢰 &amp; 카카오맵 연동)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문의하기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/page/contact.html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877824"/>
            <a:ext cx="475488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877824"/>
            <a:ext cx="475488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052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57800" y="877824"/>
            <a:ext cx="352044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877824"/>
            <a:ext cx="3520440" cy="256032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05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명세 &amp; WINHUB 프로젝트 적용 방안 (HOW TO APPLY)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864608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Integrated Storyboard &amp; Storytelling Strategy Spec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1207008"/>
            <a:ext cx="4572000" cy="349300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1207008"/>
            <a:ext cx="4572000" cy="237744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12801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2801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" y="12801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1243584"/>
            <a:ext cx="3474720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1243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https://winhub.co.kr/page/contact.html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02920" y="1463040"/>
            <a:ext cx="44805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" y="2011680"/>
            <a:ext cx="1920240" cy="22860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21214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68680" y="2359152"/>
            <a:ext cx="1737360" cy="256032"/>
          </a:xfrm>
          <a:prstGeom prst="rect">
            <a:avLst/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24048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28" name="Shape 25"/>
          <p:cNvSpPr/>
          <p:nvPr/>
        </p:nvSpPr>
        <p:spPr>
          <a:xfrm>
            <a:off x="868680" y="2724912"/>
            <a:ext cx="1737360" cy="256032"/>
          </a:xfrm>
          <a:prstGeom prst="rect">
            <a:avLst/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27706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868680" y="3090672"/>
            <a:ext cx="1737360" cy="256032"/>
          </a:xfrm>
          <a:prstGeom prst="rect">
            <a:avLst/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31363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868680" y="3456432"/>
            <a:ext cx="1737360" cy="256032"/>
          </a:xfrm>
          <a:prstGeom prst="rect">
            <a:avLst/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50215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34" name="Shape 31"/>
          <p:cNvSpPr/>
          <p:nvPr/>
        </p:nvSpPr>
        <p:spPr>
          <a:xfrm>
            <a:off x="2834640" y="2011680"/>
            <a:ext cx="1965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0" y="265176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3"/>
          <p:cNvSpPr/>
          <p:nvPr/>
        </p:nvSpPr>
        <p:spPr>
          <a:xfrm>
            <a:off x="292608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Map API Container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[WINHUB Corporate HQ]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고양시 일산동구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5349240" y="1252728"/>
            <a:ext cx="3337560" cy="320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0680" y="128930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49240" y="1664208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[다이렉트 프로젝트 견적 폼]: 예산, 일정, SI 유형 입력 유효성 검증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[카카오맵 API 연동]: 본사 위치 마커 렌더링 및 '길찾기' 모바일 네비게이션 연동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[상시 채널 오픈]: 이메일(winhub@winhub.co.kr), 대표전화(031-998-1815) 직통 연결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[개인정보 보호]: 정보 수집 동의 체크 및 보안 암호화 전송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COPYWRITING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시적 웅장함과 CoMinVi의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3383280"/>
                <a:gridCol w="1280160"/>
              </a:tblGrid>
              <a:tr h="4171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연결하는 기술력으로 고객 비즈니스의 성공적인 도약을 견인합니다.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#연결 #도약 #동반성장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Three.js r164 (WebGL 2.0)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카메라 Dolly 줌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Draco 압축 알고리즘으로 3D GLTF 용량을 80% 절감 (로딩 지연 해소)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requestAnimationFrame 기반 렌더 루프에서 스크롤 진행률(progress)에 따라 카메라 Position 및 Rotation을 보간(LERP) 연산하여 끊김 없는 부드러움 보장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모션을 1:1 동기화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체이닝(Timeline Chaining) 구현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SVG Vector Stream Engine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 에너지 연결선 및 수렴 광선 (Spine)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베지어 곡선(Cubic Bezier Path) 좌표 연산으로 섹터 간 부드러운 연결선 생성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feGaussianBlur 네온 필터 및 animateMotion 입자 순환으로 전력망 느낌의 테크 감성 연출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서브페이지(About, Works, Contact) 이동 시에도 전체 페이지가 깜빡이지 않고 글래스모피즘 오버레이 및 부드러운 뷰 트랜지션(View Transition) 제공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STORYBOARD &amp; STORYTELLING INTEGRATED SPECIFICATION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SPA 구축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UI/UX Storyboard &amp; How To Apply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(1~2주차)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&amp; 에셋 최적화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 기획서 기반 7막 스토리보드 최종 컨펌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모델(GLB) Draco 압축 및 WebGL 경량화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영문/국문 카피라이팅 및 SVG 심볼 에셋 확정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542032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(3~4주차)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Three.js 카메라 Dolly 줌 스크럽 연동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 스타일 수치 카운트업 &amp; 쇼케이스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26864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(5주차)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크로스 브라우징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모바일/태블릿 반응형 뷰포트 터치 제어 점검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11696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(6주차)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검수 &amp; 라이브 런칭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스토리텔링 통합 기획서</dc:title>
  <dc:subject>화면설계서 v2 + 스토리텔링 적용 방안 (HOW TO APPLY) 올인원 통합본</dc:subject>
  <dc:creator>WINHUB Strategy &amp; Planning Group</dc:creator>
  <cp:lastModifiedBy>WINHUB Strategy &amp; Planning Group</cp:lastModifiedBy>
  <cp:revision>1</cp:revision>
  <dcterms:created xsi:type="dcterms:W3CDTF">2026-10-16T00:52:46Z</dcterms:created>
  <dcterms:modified xsi:type="dcterms:W3CDTF">2026-10-16T00:52:46Z</dcterms:modified>
</cp:coreProperties>
</file>