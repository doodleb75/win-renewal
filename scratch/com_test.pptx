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  <p:sldId id="274" r:id="rId17"/>
    <p:sldId id="275" r:id="rId18"/>
    <p:sldId id="282" r:id="rId19"/>
    <p:sldId id="276" r:id="rId20"/>
    <p:sldId id="277" r:id="rId21"/>
    <p:sldId id="278" r:id="rId22"/>
    <p:sldId id="279" r:id="rId23"/>
    <p:sldId id="280" r:id="rId24"/>
    <p:sldId id="281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주요 에셋 </a:t>
                      </a:r>
                      <a:r>
                        <a:rPr lang="en-US" altLang="ko-KR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스펙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4000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7-ACT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7막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7막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차세대 인터랙티브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7막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7막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7-Act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7단계 디지털 신경망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Cinematic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344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영역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519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비디오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806440" y="1344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미래지향적 게이트웨이: 비디오 배경 루프 위에서 미래를 여는 열쇠 모티브 전개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63240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519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 SVG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06440" y="1837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시안 광선 스트림 점등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57200" y="2221992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2331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806440" y="2331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도메인 정밀 타겟팅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715768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63240" y="2825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519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Hex Shield Seal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806440" y="28254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앰버 스트림 완성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57200" y="3209544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519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Core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806440" y="3319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2519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2x3 Grid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80644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등 무박스 헤어라인 수치 그리드 카운트업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572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&amp; Outro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/ S.07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19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Table + CTA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580644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&amp; 제안: 에디토리얼 실적 인덱스 테이블을 지나 'READY TO EMPOWER?' 제안으로 마침표</a:t>
            </a:r>
            <a:endParaRPr lang="en-US" sz="720" dirty="0"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486490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c:\win-renewal\assets\mp4\futuristic_key.mp4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1863469" y="1848408"/>
            <a:ext cx="1613061" cy="1613061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2518775" y="2050040"/>
            <a:ext cx="302448" cy="1008163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55306" y="2453306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[Futuristic MP4 Video Loop &amp; Particle Canvas]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209428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864734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359387" y="3804244"/>
            <a:ext cx="2621224" cy="282285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359387" y="3834489"/>
            <a:ext cx="2621224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2832" y="150000"/>
            <a:ext cx="80233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futuristic_key.mp4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196" y="150000"/>
            <a:ext cx="6276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AI Kernel SVG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6496" y="150000"/>
            <a:ext cx="7350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360° Radar Scan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S.05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43" y="150000"/>
            <a:ext cx="79111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CoMinVi 2x3 Grid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S.06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3095" y="150000"/>
            <a:ext cx="52181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Index Table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86000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92000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S.07 · READY TO CONNECT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4081" y="104000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164000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04081" y="2957387"/>
            <a:ext cx="2419591" cy="322612"/>
          </a:xfrm>
          <a:prstGeom prst="round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S.07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7372" y="150000"/>
            <a:ext cx="65325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Full Bleed CTA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00000" y="2840000"/>
            <a:ext cx="4940000" cy="1850000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220000" y="2940000"/>
            <a:ext cx="8890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WINHUB
in   @   fb
IT Innovation Partner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360000" y="2940000"/>
            <a:ext cx="9525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EXPLORE ]
About Us
Works
Contact Us
Support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4D813-402A-224E-5717-5CDB70BB51B2}"/>
              </a:ext>
            </a:extLst>
          </p:cNvPr>
          <p:cNvSpPr txBox="1"/>
          <p:nvPr/>
        </p:nvSpPr>
        <p:spPr>
          <a:xfrm>
            <a:off x="2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LIBRARY ]
Flagship Works
Architecture
Insights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6BAA4-45EB-C893-CF5B-99C906EDD351}"/>
              </a:ext>
            </a:extLst>
          </p:cNvPr>
          <p:cNvSpPr txBox="1"/>
          <p:nvPr/>
        </p:nvSpPr>
        <p:spPr>
          <a:xfrm>
            <a:off x="3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LEGAL ]
Notice of Privacy
Terms of Service
Security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0B94-7886-919B-E1AD-51DC9D55B48D}"/>
              </a:ext>
            </a:extLst>
          </p:cNvPr>
          <p:cNvSpPr txBox="1"/>
          <p:nvPr/>
        </p:nvSpPr>
        <p:spPr>
          <a:xfrm>
            <a:off x="4310000" y="2940000"/>
            <a:ext cx="10160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CONTACT ]
contact@winhub.co.kr
031-908-7711
Direct Inquiry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8787" y="150000"/>
            <a:ext cx="85042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Vision &amp; 3D Spline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000" y="229644"/>
            <a:ext cx="760000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서브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4000" y="233491"/>
            <a:ext cx="1120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750">
                <a:solidFill>
                  <a:srgbClr val="0EA5E9"/>
                </a:solidFill>
                <a:latin typeface="Malgun Gothic" panose="020B0503020000020004" pitchFamily="50" charset="-127"/>
              </a:rPr>
              <a:t>BIZ DOMAIN &amp; Icons</a:t>
            </a:r>
            <a:endParaRPr lang="ko-KR" altLang="en-US" sz="750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4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4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 아키텍처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8787" y="150000"/>
            <a:ext cx="850426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96383" y="150000"/>
            <a:ext cx="8552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Grid &amp; Decap CMS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7491" y="150000"/>
            <a:ext cx="953018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0547" y="150000"/>
            <a:ext cx="110690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1200px Showcase &amp; Nav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[스마트 견적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서비스 유형(웹/앱/ERP/솔루션), 예산, 일정 인터랙티브 입력</a:t>
            </a:r>
            <a:br/>
            <a:r>
              <a:t>  · 개인정보 보호 암호화 및 실시간 검증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[본사 위치 지도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카카오맵 API 연동 및 오시는 길(마두역 4번출구) 안내</a:t>
            </a:r>
            <a:br/>
            <a:r>
              <a:t>  · SK M-City 섹션 9005호 맵 마커 표시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[공식 연락처 직통 채널]: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대표 이메일: contact@winhub.co.kr | 대표 전화: 031-908-7711</a:t>
            </a:r>
            <a:br/>
            <a:r>
              <a:t>  · 접수 즉시 담당자 배정 및 24시간 내 회신 프로세스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9401" y="150000"/>
            <a:ext cx="1049197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Smart Form &amp; Map API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여는 디지털 키(Gateway)로 고객 비즈니스의 성공적 도약을 견인합니다.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#futuristic_key #연결 #도약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5189</Words>
  <Application>Microsoft Office PowerPoint</Application>
  <PresentationFormat>화면 슬라이드 쇼(16:9)</PresentationFormat>
  <Paragraphs>679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3</cp:revision>
  <dcterms:created xsi:type="dcterms:W3CDTF">2026-10-16T06:28:46Z</dcterms:created>
  <dcterms:modified xsi:type="dcterms:W3CDTF">2026-10-19T07:35:52Z</dcterms:modified>
</cp:coreProperties>
</file>