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4000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7-ACT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7막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48649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359387" y="3804244"/>
            <a:ext cx="2621224" cy="282285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359387" y="3834489"/>
            <a:ext cx="2621224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2832" y="150000"/>
            <a:ext cx="80233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196" y="150000"/>
            <a:ext cx="6276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6496" y="150000"/>
            <a:ext cx="7350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13877" y="2554122"/>
            <a:ext cx="1411428" cy="1512244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913877" y="3058204"/>
            <a:ext cx="1411428" cy="504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6533" y="150000"/>
            <a:ext cx="6949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  <p:sp>
        <p:nvSpPr>
          <p:cNvPr id="2" name="Footer_PageNumber_14">
            <a:extLst>
              <a:ext uri="{FF2B5EF4-FFF2-40B4-BE49-F238E27FC236}">
                <a16:creationId xmlns:a16="http://schemas.microsoft.com/office/drawing/2014/main" id="{0D9735FE-134D-9A6F-6D69-95EB28EF466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814693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81469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76204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1918979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006530" y="2302081"/>
            <a:ext cx="1512244" cy="1008163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619591" y="2201265"/>
            <a:ext cx="0" cy="1108979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H="1">
            <a:off x="2720408" y="2302081"/>
            <a:ext cx="1512244" cy="1008163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913877" y="3209428"/>
            <a:ext cx="1411428" cy="1209795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2317142" y="3511877"/>
            <a:ext cx="604897" cy="60489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95" y="4469632"/>
            <a:ext cx="2419591" cy="260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960" y="150000"/>
            <a:ext cx="66608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  <p:sp>
        <p:nvSpPr>
          <p:cNvPr id="2" name="Footer_PageNumber_15">
            <a:extLst>
              <a:ext uri="{FF2B5EF4-FFF2-40B4-BE49-F238E27FC236}">
                <a16:creationId xmlns:a16="http://schemas.microsoft.com/office/drawing/2014/main" id="{B5F7916B-2A51-19CD-4707-06B4AC198EC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43" y="150000"/>
            <a:ext cx="79111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3095" y="150000"/>
            <a:ext cx="52181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86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92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4081" y="104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164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1" y="2957387"/>
            <a:ext cx="2419591" cy="322612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372" y="150000"/>
            <a:ext cx="65325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00000" y="2840000"/>
            <a:ext cx="4940000" cy="1850000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220000" y="2940000"/>
            <a:ext cx="8890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WINHUB
in   @   fb
IT Innovation Partner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60000" y="2940000"/>
            <a:ext cx="9525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EXPLORE ]
About Us
Works
Contact Us
Support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4D813-402A-224E-5717-5CDB70BB51B2}"/>
              </a:ext>
            </a:extLst>
          </p:cNvPr>
          <p:cNvSpPr txBox="1"/>
          <p:nvPr/>
        </p:nvSpPr>
        <p:spPr>
          <a:xfrm>
            <a:off x="2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LIBRARY ]
Flagship Works
Architecture
Insights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BAA4-45EB-C893-CF5B-99C906EDD351}"/>
              </a:ext>
            </a:extLst>
          </p:cNvPr>
          <p:cNvSpPr txBox="1"/>
          <p:nvPr/>
        </p:nvSpPr>
        <p:spPr>
          <a:xfrm>
            <a:off x="3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LEGAL ]
Notice of Privacy
Terms of Service
Security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4310000" y="2940000"/>
            <a:ext cx="10160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CONTACT ]
contact@winhub.co.kr
031-908-7711
Direct Inquiry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8787" y="150000"/>
            <a:ext cx="85042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000" y="229644"/>
            <a:ext cx="7600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서브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4000" y="233491"/>
            <a:ext cx="1120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750">
                <a:solidFill>
                  <a:srgbClr val="0EA5E9"/>
                </a:solidFill>
                <a:latin typeface="Malgun Gothic" panose="020B0503020000020004" pitchFamily="50" charset="-127"/>
              </a:rPr>
              <a:t>BIZ DOMAIN &amp; Icons</a:t>
            </a:r>
            <a:endParaRPr lang="ko-KR" altLang="en-US" sz="750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 아키텍처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8787" y="150000"/>
            <a:ext cx="850426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6383" y="150000"/>
            <a:ext cx="8552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491" y="150000"/>
            <a:ext cx="953018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0547" y="150000"/>
            <a:ext cx="110690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1" y="150000"/>
            <a:ext cx="1049197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5333</Words>
  <Application>Microsoft Office PowerPoint</Application>
  <PresentationFormat>화면 슬라이드 쇼(16:9)</PresentationFormat>
  <Paragraphs>706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2</cp:revision>
  <dcterms:created xsi:type="dcterms:W3CDTF">2026-10-16T06:28:46Z</dcterms:created>
  <dcterms:modified xsi:type="dcterms:W3CDTF">2026-10-19T01:51:43Z</dcterms:modified>
</cp:coreProperties>
</file>