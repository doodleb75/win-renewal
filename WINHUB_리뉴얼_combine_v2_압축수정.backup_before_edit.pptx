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4" r:id="rId17"/>
    <p:sldId id="275" r:id="rId18"/>
    <p:sldId id="282" r:id="rId19"/>
    <p:sldId id="276" r:id="rId20"/>
    <p:sldId id="277" r:id="rId21"/>
    <p:sldId id="278" r:id="rId22"/>
    <p:sldId id="279" r:id="rId23"/>
    <p:sldId id="280" r:id="rId24"/>
    <p:sldId id="281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9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8702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5-ACT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5단계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5단계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S.01~S.02: 심플 SVG(AI 칩셋·레이더) 모션 &amp; 앰비언트 무드 배경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S.03~S.05: 차세대 인터랙티브 2x3 수치 그리드 &amp; 실적 쇼케이스 CTA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89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5단계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5-Act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0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8074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160520" y="13807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80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200253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20391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160520" y="20391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660904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160520" y="2697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3319272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Scale &amp; Proof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33558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Impact</a:t>
            </a:r>
          </a:p>
        </p:txBody>
      </p:sp>
      <p:sp>
        <p:nvSpPr>
          <p:cNvPr id="37" name="Text 35"/>
          <p:cNvSpPr/>
          <p:nvPr/>
        </p:nvSpPr>
        <p:spPr>
          <a:xfrm>
            <a:off x="4160520" y="33558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40142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Works &amp; Outro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401421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/ S.05</a:t>
            </a:r>
          </a:p>
        </p:txBody>
      </p:sp>
      <p:sp>
        <p:nvSpPr>
          <p:cNvPr id="44" name="Text 42"/>
          <p:cNvSpPr/>
          <p:nvPr/>
        </p:nvSpPr>
        <p:spPr>
          <a:xfrm>
            <a:off x="4160520" y="401421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+ CTA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40142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 &amp; 제안: 에디토리얼 실적 인덱스 테이블을 지나 'READY TO EMPOWER?' 제안으로 마침표</a:t>
            </a:r>
          </a:p>
        </p:txBody>
      </p:sp>
      <p:sp>
        <p:nvSpPr>
          <p:cNvPr id="46" name="Shape 44"/>
          <p:cNvSpPr/>
          <p:nvPr/>
        </p:nvSpPr>
        <p:spPr>
          <a:xfrm>
            <a:off x="-182880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-1828800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-1828800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-1828800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-1828800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378532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futuristic_key.mp4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55306" y="2150163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2906285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561591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4706D5-CA6A-0D79-A1B3-E76322EC9420}"/>
              </a:ext>
            </a:extLst>
          </p:cNvPr>
          <p:cNvGrpSpPr/>
          <p:nvPr/>
        </p:nvGrpSpPr>
        <p:grpSpPr>
          <a:xfrm>
            <a:off x="1359387" y="4113183"/>
            <a:ext cx="2621224" cy="282285"/>
            <a:chOff x="1359387" y="4254326"/>
            <a:chExt cx="2621224" cy="282285"/>
          </a:xfrm>
        </p:grpSpPr>
        <p:sp>
          <p:nvSpPr>
            <p:cNvPr id="39" name="Shape 36"/>
            <p:cNvSpPr/>
            <p:nvPr/>
          </p:nvSpPr>
          <p:spPr>
            <a:xfrm>
              <a:off x="1359387" y="4254326"/>
              <a:ext cx="2621224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7"/>
            <p:cNvSpPr/>
            <p:nvPr/>
          </p:nvSpPr>
          <p:spPr>
            <a:xfrm>
              <a:off x="1359387" y="4284571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SCROLL TO INITIATE SYSTEM ↓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00"/>
              <a:t>Ambient Blurred Mood Background</a:t>
            </a:r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94A3B8"/>
                </a:solidFill>
                <a:latin typeface="Malgun Gothic"/>
              </a:rPr>
              <a:t>비즈니스 파이프라인을 정밀 분석해 산업단위의 시스템 구축 및 운영 로드맵 설계</a:t>
            </a:r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S.03 · ENTERPRISE IMPACT</a:t>
            </a:r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 Image]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S.03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S.04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- 15 -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7776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133776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 dirty="0">
                <a:solidFill>
                  <a:srgbClr val="0EA5E9"/>
                </a:solidFill>
                <a:latin typeface="Malgun Gothic"/>
              </a:rPr>
              <a:t>S.05 · READY TO CONNECT</a:t>
            </a:r>
          </a:p>
        </p:txBody>
      </p:sp>
      <p:sp>
        <p:nvSpPr>
          <p:cNvPr id="33" name="Text 30"/>
          <p:cNvSpPr/>
          <p:nvPr/>
        </p:nvSpPr>
        <p:spPr>
          <a:xfrm>
            <a:off x="704081" y="145776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205776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S.05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20000" y="3386276"/>
            <a:ext cx="4920000" cy="1303724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502448" y="3515060"/>
            <a:ext cx="8890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WINHUB
IT Innovation Partner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642448" y="3515060"/>
            <a:ext cx="9525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About Us
Works
Contact Us
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- 17 -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768" y="164592"/>
            <a:ext cx="758952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3840" y="164592"/>
            <a:ext cx="1115568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8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8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아키텍처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- 18 -</a:t>
            </a: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- 19 -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works-detail.html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견적</a:t>
            </a:r>
            <a:r>
              <a:rPr dirty="0"/>
              <a:t>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(웹/앱/ERP/</a:t>
            </a:r>
            <a:r>
              <a:rPr dirty="0" err="1"/>
              <a:t>솔루션</a:t>
            </a:r>
            <a:r>
              <a:rPr dirty="0"/>
              <a:t>), </a:t>
            </a:r>
            <a:r>
              <a:rPr dirty="0" err="1"/>
              <a:t>예산</a:t>
            </a:r>
            <a:r>
              <a:rPr dirty="0"/>
              <a:t>,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인터랙티브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·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암호화</a:t>
            </a:r>
            <a:r>
              <a:rPr dirty="0"/>
              <a:t> 및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카카오맵</a:t>
            </a:r>
            <a:r>
              <a:rPr dirty="0"/>
              <a:t> API </a:t>
            </a:r>
            <a:r>
              <a:rPr dirty="0" err="1"/>
              <a:t>연동</a:t>
            </a:r>
            <a:r>
              <a:rPr dirty="0"/>
              <a:t> 및 </a:t>
            </a:r>
            <a:r>
              <a:rPr dirty="0" err="1"/>
              <a:t>오시는</a:t>
            </a:r>
            <a:r>
              <a:rPr dirty="0"/>
              <a:t> 길(</a:t>
            </a:r>
            <a:r>
              <a:rPr dirty="0" err="1"/>
              <a:t>마두역</a:t>
            </a:r>
            <a:r>
              <a:rPr dirty="0"/>
              <a:t> 4번출구) </a:t>
            </a:r>
            <a:r>
              <a:rPr dirty="0" err="1"/>
              <a:t>안내</a:t>
            </a:r>
            <a:br>
              <a:rPr dirty="0"/>
            </a:br>
            <a:r>
              <a:rPr dirty="0"/>
              <a:t>  · SK M-City </a:t>
            </a:r>
            <a:r>
              <a:rPr dirty="0" err="1"/>
              <a:t>섹션</a:t>
            </a:r>
            <a:r>
              <a:rPr dirty="0"/>
              <a:t> 9005호 맵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연락처</a:t>
            </a:r>
            <a:r>
              <a:rPr dirty="0"/>
              <a:t> </a:t>
            </a:r>
            <a:r>
              <a:rPr dirty="0" err="1"/>
              <a:t>직통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이메일</a:t>
            </a:r>
            <a:r>
              <a:rPr dirty="0"/>
              <a:t>: contact@winhub.co.kr |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전화</a:t>
            </a:r>
            <a:r>
              <a:rPr dirty="0"/>
              <a:t>: 031-908-7711</a:t>
            </a:r>
            <a:br>
              <a:rPr dirty="0"/>
            </a:br>
            <a:r>
              <a:rPr dirty="0"/>
              <a:t>  · </a:t>
            </a:r>
            <a:r>
              <a:rPr dirty="0" err="1"/>
              <a:t>접수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및 24시간 내 </a:t>
            </a:r>
            <a:r>
              <a:rPr dirty="0" err="1"/>
              <a:t>회신</a:t>
            </a:r>
            <a:r>
              <a:rPr dirty="0"/>
              <a:t> </a:t>
            </a:r>
            <a:r>
              <a:rPr dirty="0" err="1"/>
              <a:t>프로세스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contact.html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- 21 -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1 (Hero)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CONNECTS TO EMPOWER YOUR SUCCESS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미래를 여는 디지털 키(Gateway)로 고객 비즈니스의 성공적 도약을 견인합니다.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#futuristic_key #연결 #도약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2 (S.01)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ORCHESTRATING ENTERPRISE INTELLIGENCE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AI · 클라우드 · 빅데이터 아키텍처를 엔터프라이즈 환경에 최적화하여 구현합니다.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#AI칩셋 #신경망 #클라우드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3 (S.02)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PRECISION AT SCALE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비즈니스 파이프라인을 정밀 분석해 산업단위의 시스템 구축 및 운영 로드맵을 설계합니다.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#레이더스캔 #정밀분석 #맞춤전략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4 (S.03)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NUMBERS THAT PROVE LEADERSHIP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99.98% 시스템 가동률, 15+년 엔터프라이즈 SI 노하우, 50+ 대기업 파트너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#실적수치 #가동률 #엔터프라이즈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5 (Outro)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READY TO EMPOWER YOUR FUTURE?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단순한 시스템 구축을 넘어, 비즈니스의 성공적인 디지털 전환을 지금 시작하십시오.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#프로젝트제안 #상담문의 #전환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(About)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TECHNOLOGY ARCHITECTURE &amp; VISION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엔터프라이즈의 지속 가능한 성장을 리드하는 WINHUB의 기술 역량과 기업 철학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#회사소개 #비전 #도메인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(Works)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PROVEN ENTERPRISE DELIVERABLES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대형 제조·유통·금융·통신 엔터프라이즈 고객사의 성공적인 구축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#포트폴리오 #프로젝트상세 #실적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- 24 -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- 25 -</a:t>
            </a: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5074</Words>
  <Application>Microsoft Office PowerPoint</Application>
  <PresentationFormat>화면 슬라이드 쇼(16:9)</PresentationFormat>
  <Paragraphs>663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4</cp:revision>
  <dcterms:created xsi:type="dcterms:W3CDTF">2026-10-16T06:28:46Z</dcterms:created>
  <dcterms:modified xsi:type="dcterms:W3CDTF">2026-10-19T07:49:36Z</dcterms:modified>
</cp:coreProperties>
</file>