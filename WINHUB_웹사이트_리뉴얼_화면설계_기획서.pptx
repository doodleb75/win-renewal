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58368"/>
            <a:ext cx="1109167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WEB RENEWAL SPECIFICATION (UI/UX STORYBOARD)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VER 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1672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Corporate Web Renewal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645920"/>
            <a:ext cx="292608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916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IT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24028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공식 웹사이트 리뉴얼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기획 및 화면설계서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심플하고 감각적인 인터랙티브 아키텍처와 엔터프라이즈 SI 전문성 극대화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4663440"/>
            <a:ext cx="9994392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892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5166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Renewal (win-renewal)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4892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5166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(Detailed Specification)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4892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5166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2026. 10. 16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41080" y="4892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41080" y="5166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/ Responsive (Modern Web)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추진 배경 및 핵심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아이덴티티 재정립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Modern &amp; Cyber Tech Mood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2926080"/>
            <a:ext cx="2971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08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홍보용 웹을 탈피하여 Three.js 3D 캔버스, 유기적 SVG 스트림, 다크 테마를 결합한 압도적인 기술 혁신 기업 이미지 구축.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감각적인 인터랙티브 스크롤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Storytelling ScrollTrigger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926080"/>
            <a:ext cx="2971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108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전환 시 핀(Pin) 고정, 에너지 입자 파동 애니메이션, 4단계 통합 시너지 연출로 직관적인 기술/전략/수행 역량 전달.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2286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B2B 신뢰도 강화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6060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SI Portfolio &amp; Domain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75320" y="2926080"/>
            <a:ext cx="2971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3108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대기업(ABC마트, LX하우시스, 신세계 등) 차세대 POS/ERP/스마트팩토리 구축 실적과 4대 핵심 비즈니스 도메인을 체계적으로 제시.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목차 및 세부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107259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56232"/>
            <a:ext cx="1005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기획 전략 &amp; 정보 구조 (IA)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1305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포지셔닝, 사이트맵, 공통 디자인 시스템 및 가이드라인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1947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04 ~ 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107259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770632"/>
            <a:ext cx="1005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34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섹션별 상세 화면설계 (Storyboard)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0449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Hero, Advantage 4단계 인터랙션, Works 캐러셀, Outro CTA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2862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07 ~ 11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107259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685032"/>
            <a:ext cx="1005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네비게이션 &amp; 햄버거 오버레이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9593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 햄버거 트리거, 전면 풀스크린 메뉴 오버레이 &amp; 퀵 인포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107259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599432"/>
            <a:ext cx="1005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(Storyboard)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03120" y="48737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 (Overview/Biz Domain), WORKS 포트폴리오, CONTACT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4690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13 ~ 17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349240"/>
            <a:ext cx="107259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513832"/>
            <a:ext cx="100584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577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아키텍처 &amp; 로드맵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03120" y="57881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+ Three.js + SVG 연동 파이프라인 및 개발/배포 계획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5605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 18 ~ 19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SITE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구조(IA) 및 사이트맵 계층도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1645920"/>
            <a:ext cx="3410712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1783080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ROOT (/index.html)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2496312" cy="5486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33472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SECTIONS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4963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37560"/>
            <a:ext cx="222199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Hero (3D Capsule / Headline)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Advantage (4-Step Pinning)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01 Tech Innovation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02 Custom Strategy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03 Proven Execution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04 Integrated Synergy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Works (Infinite Carousel)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Outro (Success Partner CTA)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2560320"/>
            <a:ext cx="2496312" cy="548640"/>
          </a:xfrm>
          <a:prstGeom prst="roundRect">
            <a:avLst/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633472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8529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0" y="3200400"/>
            <a:ext cx="24963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337560"/>
            <a:ext cx="222199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Sub Hero (About Headline)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Overview (Lottie Motion)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Biz Domain (4 Core Solutions)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POP 시스템 (광고/쇼핑)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POS 시스템 (판매관리)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시공 Back Office (인테리어)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ERP / H/W 시스템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2496312" cy="54864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633472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8529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24963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337560"/>
            <a:ext cx="222199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Works Hero &amp; Category Filter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Project Grid Portfolio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ABC마트 차세대 POS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LX하우시스 투자관리/ZIN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AK PLAZA 재무/VIP CRM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신세계I&amp;C 전기차 충전 I/F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Project Detail View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61120" y="2560320"/>
            <a:ext cx="2496312" cy="548640"/>
          </a:xfrm>
          <a:prstGeom prst="round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2633472"/>
            <a:ext cx="2496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28529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61120" y="3200400"/>
            <a:ext cx="24963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3337560"/>
            <a:ext cx="222199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Contact Hero (Inquiry)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Location &amp; Map (카카오맵)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약도 및 길찾기 링크 연동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Direct Channels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이메일: winhub@winhub.co.kr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전화: 031-998-1815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Global Footer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DESIGN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디자인 시스템 및 톤앤매너 가이드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Hierarchy (모던 다크 &amp; 포인트)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28016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#0F172A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4884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Slate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2240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배경 / Hero / Dark Theme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280160" cy="640080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#00F0FF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 Cyan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포인트 / 3D 글로우 / 하이라이트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280160" cy="64008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#2DD4BF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488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Mint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포인트 / 맞춤전략 심볼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1280160" cy="64008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#FBBF24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Amber Gold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4709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포인트 / 신뢰수행력 심볼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212080"/>
            <a:ext cx="128016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94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#FFFFFF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Pure White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48840" y="5532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텍스트 및 서브페이지 배경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 &amp; UI Component Guide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920240"/>
            <a:ext cx="52395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9933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/ Hero Display (Bold 48~64px)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22494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 YOUR SUCCESS  |  Montserrat / Outfit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743200"/>
            <a:ext cx="52395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8163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/ Section Title (Bold 28~36px)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07238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ADVANTAGE, WORKS, ABOUT US  |  Pretendard / Malgun Gothic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566160"/>
            <a:ext cx="52395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6393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/ Item Title (SemiBold 20~24px)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38953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혁신, 맞춤 전략, 신뢰 수행력, 통합 시너지  |  Pretendard / Malgun Gothic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389120"/>
            <a:ext cx="52395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4622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 / Paragraph (Regular 15~17px)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71830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설명문, 가독성 확보를 위한 line-height 1.6~1.8  |  Pretendard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5212080"/>
            <a:ext cx="523951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2852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 / Tag Code (Bold 12~13px)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55412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TECH INNOVATION, #AI솔루션 #클라우드  |  Roboto Mono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STORYBOARD STANDARD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화면설계서(스토리보드) 마스터 규격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상단 메타데이터 그리드 (Grid Header)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ID, 화면명, 화면 구분, 프로그램/경로 ID를 명시하여 기획-디자인-퍼블리싱-개발자 간의 의사소통 기준점을 일원화합니다.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좌측: UI 레이아웃 &amp; 와이어프레임 (Visual Area)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대비 약 60% 영역을 할당하여 실제 구현 화면 캡처 또는 정밀 와이어프레임 구조를 직관적으로 조망할 수 있도록 배치합니다.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우측: 인터랙션 &amp; 콘텐츠 명세 (Spec Area)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트리거 조건, 애니메이션 파라미터, 핵심 카피 및 서브텍스트, 데이터 연동 규격을 세부 넘버링(①, ②, ③)으로 체계화합니다.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5074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공통 스타일 &amp; 컬러 절제 원칙 (Design Discipline)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지나친 다색 사용을 지양하고, 슬레이트/그레이 베이스에 핵심 포인트 컬러만을 전략적으로 사용하여 가독성과 전문성을 극대화합니다.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히어로(Hero) 섹션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인트로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/index.html#hero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hero_section_1792106715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비주얼 컨셉 및 심볼릭 카피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헤드라인: CONNECTS TO EMPOWER YOUR SUCCESS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사명 애니메이션: WINHUB 텍스트 스크롤 패럴랙스 연동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인터랙티브 캔버스: Three.js 기반 3D Capsule 모델 탑재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마우스 포인터: 사이버 링 &amp; 도트 커스텀 커서 적용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132320" y="312724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인터랙션 및 모션 로직 (GSAP / WebGL)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419856"/>
            <a:ext cx="4325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 트리거: Scroll indicator 점멸 애니메이션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헤드라인 텍스트 순차 페이드업 및 트래킹 인터랙션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마이크로 파티클 텍스트 익스플로드 캔버스 오버레이 구동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132320" y="456285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반응형 및 컴포넌트 규격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4855464"/>
            <a:ext cx="43251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데스크톱: 전체 뷰포트 100vh 풀스크린 고정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모바일/태블릿: 3D 오브젝트 스케일 및 텍스트 폰트 가변 축소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우측 상단 글로벌 헤더 &amp; 햄버거 메뉴 항상 고정(Fixed)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Advantage 섹터 (3대 핵심역량)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강점소개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/index.html#part1 (Sectors 01-03)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advantage_section_1792106726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3대 핵심 섹터 카피 및 상징성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01 TECH INNOVATION: AI · 클라우드 · 빅데이터 아키텍처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태그: #AI솔루션 #클라우드 #빅데이터 (시안 네온)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02 CUSTOM STRATEGY: 비즈니스 정밀 분석 맞춤 컨설팅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태그: #비즈니스분석 #맞춤컨설팅 #최적로드맵 (민트)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03 PROVEN EXECUTION: 대형 SI 프로젝트 무결점 품질 보증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 태그: #엔터프라이즈SI #품질보증 #안정적납기 (앰버)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7132320" y="319125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무박스 심볼릭 SVG &amp; 에너지 와이어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48386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 형태를 배제하고 개방형 궤도 링 &amp; 레이더 스캐너 심볼 배치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유기적 SVG 연결선(Spine Wire)을 따라 광원 닷(Travel Dot) 순환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7132320" y="469087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스크롤 트리거 인터랙션 (ScrollTrigger)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4983480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섹션 진입 시 스크롤 위치 고정(Pinning) 유지</a:t>
            </a:r>
            <a:endParaRPr lang="en-US" sz="9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마우스 휠에 따라 섹터 1 -&gt; 2 -&gt; 3 순차 활성화 하이라이트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Advantage 통합 시너지 (Quantum Core)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강점통합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/index.html#part1 (Sector 04)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advantage_section_1792106726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04 INTEGRATED SYNERGY 심볼릭 카피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타이틀: 통합 시너지 (Integrated Synergy)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핵심 카피: 기술 리더십 · 고객 맞춤 전략 · 검증된 수행력이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유기적으로 결합하여 압도적인 디지털 성장 가치를 창출합니다.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핵심 태그: #기술선도 #맞춤전략 #성공실현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에너지 수렴 연출 (Energy Convergence)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상단 3개 섹터에서 방출된 에너지가 중앙 하단 코어로 합류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동심원 퀀텀 오비탈 회전 링 &amp; 중앙 구체 글로우 펄스 모션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3중 방사 플럭스 광선(Triple Flux Rays) 활성화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사용자 경험(UX) 임팩트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개별 장점을 나열하는 일반적 방식을 넘어 시너지 완성 과정 체감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스크롤을 끝까지 내렸을 때 완성되는 강렬한 브랜드 신뢰감 부여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WORKS 캐러셀 섹션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프로젝트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/index.html#part2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bottom_section_17921067510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섹션 타이틀 및 포트폴리오 연동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서브 타이틀: WORKS (엔터프라이즈 대표 구축 프로젝트)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소스: /content/projects.json 비동기 패치 바인딩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노출 데이터: 프로젝트명, 고객사, 서비스 분야, 구축 개요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무한 루프 캐러셀 인터랙션 (Infinite Carousel)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좌/우 네비게이션 버튼(&lt;, &gt;) 클릭 시 부드러운 슬라이딩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카드 호버 시 스케일업(Scale-up) 및 세련된 테두리 글로우 효과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카드 클릭 시 해당 프로젝트 상세 모달/페이지 즉시 호출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전체 목록 바로가기 CTA 버튼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버튼명: Go To WorkList (SVG 호버 화살표 인터랙션 적용)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클릭 시 /page/works.html 전체 포트폴리오 화면으로 이동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WIN-UI-M05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화면 - 아웃트로(Outro) &amp; CTA 섹션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/ 전환(CTA)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/index.html#part3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cta_section_17921067368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전환(Conversion) 중심 심볼릭 카피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타이틀: 함께 만들어갈 디지털 혁신, 지금 WINHUB와 시작하세요.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서브 카피 1: WINHUB는 단순한 시스템 구축을 넘어, 고객 비즈니스의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성공적인 디지털 전환을 위한 진정한 파트너십을 추구합니다.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서브 카피 2: 귀사에 최적화된 맞춤형 솔루션 로드맵을 제시해 드립니다.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행동 유도 버튼 (Call To Action)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버튼명: 프로젝트 문의하기 (SVG 애니메이션 화살표 포함)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링크 경로: /page/contact.html (온라인 문의 양식)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버튼 호버 시 백그라운드 색상 반전 및 부드러운 스케일 모션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글로벌 푸터 및 상단 이동 버튼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scrollToTopBtn: 플로팅 원형 버튼, 클릭 시 최상단 스무스 스크롤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footer-placeholder: 기업 라이선스, 주소, 연락처 공통 컴포넌트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WIN-UI-N01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네비게이션 - 풀스크린 햄버거 메뉴 오버레이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/ 네비게이션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/assets/common/_menu_overlay.html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menu_overlay_17921067698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햄버거 버튼 트리거 &amp; 오버레이 연출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우측 상단 고정 햄버거 아이콘 클릭 시 전체 화면 오버레이 오픈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GSAP FadeIn + Backdrop Blur 처리로 깊이감 있는 글래스모피즘 구현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닫기 버튼(✕): 우측 상단 명확한 닫기 인터랙션 제공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좌측 4대 메인 네비게이션 링크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구성: HOME / ABOUT / WORKS / CONTACT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마우스 호버 시 텍스트 컬러 밝기 증가 및 화살표 SVG 드로잉 모션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클릭 시 페이지 전환 트랜지션 로더 연동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우측 퀵 비즈니스 인포 (Quick Info)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 정보 직접 노출로 빠른 접근성 확보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이메일: admin@winhub.co.kr (mailto 연동)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전화번호: 031-998-1815 (tel 연동)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카피라이트: © WINHUB. All rights reserved.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ABOUT US (OVERVIEW &amp; 미션)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회사소개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/page/about.html#sub-section-1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about_page_17921068458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서브 히어로 카피 및 비주얼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서브 타이틀: ABOUT US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리드 문구: WINHUB는 고객의 성장을 이끄는 기술 파트너입니다.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혁신적인 IT 솔루션으로 비즈니스에 최적화된 성과를 제공합니다.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배경 오브젝트: 3D Spline Canvas 패럴랙스 인터랙션 적용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OVERVIEW 섹션 구성 및 Lottie 애니메이션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미션 텍스트: 최첨단 기술과 산업 이해를 결합한 맞춤형 시스템 구축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로티 플레이어(Lottie Player): overview-set.json 모션 그래픽 적용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패럴랙스 배경(parallax-bg): 깊이감 있는 듀얼 레이어 스크롤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UI/UX 개선 포인트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가독성을 위한 최적 폰트 크기 및 줄간격 확보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 신뢰감을 전달하는 모던 미니멀 레이아웃 유지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ABOUT US (BIZ DOMAIN 4대 솔루션)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사업영역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/page/about.html#biz-domain-section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about_page_17921068458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4대 비즈니스 도메인 탭 시스템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Tab 1. 유통/서비스: POP (구매광고 유발) &amp; POS (판매시점관리)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Tab 2. 인테리어 공사: Web Back Office (시공/거래/KPI 관리)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Tab 3. 대리점/협력사/ERP: 전 프로세스(영업~정산) 통합 ERP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Tab 4. 하드웨어: SCO(셀프계산대), 키오스크, 모바일 POS H/W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탭 인터랙션 및 UI 상세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탭 전환 시 GSAP 슬라이드 페이드 전환으로 끊김 없는 UX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아이콘(FontAwesome) + 헤드라인 + 상세 설명 카드의 정형화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활성화 탭 하이라이트 인디케이터 라인 적용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B2B 고객 설득력 강화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단순 SI 개발사가 아닌 전문 유통/공사/제조 도메인 특화 입증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WORKS (포트폴리오 그리드 리스트)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포트폴리오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/page/works.html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works_page_17921068560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포트폴리오 갤러리 구조 및 카테고리 필터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상단 카테고리 필터: ALL / WEB / MOBILE / HW (실시간 필터링)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2열 반응형 그리드 카드 배치로 시각적 균형감 유지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대기업 고객사 레퍼런스(ABC마트, LX하우시스, AK, 신세계 등)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카드 UI 컴포넌트 규격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썸네일 이미지: 최적 비율 마스킹 및 호버 시 줌인 효과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메타 태그: 수행 연도(2024.03 등), 고객사명, 제공 서비스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타이틀 및 2줄 요약 디스크립션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인터랙션 및 라우팅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카드 클릭 시 상세 페이지(/page/works_details/works-detail.html)로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프로젝트 ID 파라미터 전달 및 데이터 렌더링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WORKS (프로젝트 상세 명세)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프로젝트상세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/page/works_details/works-detail.html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works_page_17921068560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상세 화면 레이아웃 구조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상단 프로젝트 헤더: 대형 타이틀, 고객사, 참여 기간, 담당 영역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아키텍처 다이어그램 및 시스템 구축 스크린샷 뷰어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개요(Overview), 과제(Challenge), 해결책(Solution)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시스템 기술 스펙 테이블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적용 기술: Front-end, Back-end, DB, 연동 외부 API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정량적 구축 성과: 결제 속도 개선율, 운영 효율 향상 지표 등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목록 복귀 및 이전/다음 프로젝트 네비게이션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Back to List 버튼으로 포트폴리오 메인으로 즉시 복귀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하단 이전글 / 다음글 프로젝트 프리뷰 링크 제공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9808"/>
          <a:ext cx="11091672" cy="347472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3136392"/>
                <a:gridCol w="1097280"/>
                <a:gridCol w="1554480"/>
                <a:gridCol w="12801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WIN-UI-S05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서브페이지 - CONTACT (온라인 문의 &amp; 카카오맵 연동)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 / 문의하기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/ PGM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/page/contact.html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48640" y="1188720"/>
            <a:ext cx="626364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1188720"/>
            <a:ext cx="626364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화면 레이아웃 &amp; 와이어프레임 (Layout &amp; Wireframe)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49440" y="1188720"/>
            <a:ext cx="4690872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188720"/>
            <a:ext cx="4690872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1615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및 상세 기능 명세 (Interaction &amp; Content Spec)</a:t>
            </a:r>
            <a:endParaRPr lang="en-US" sz="950" dirty="0"/>
          </a:p>
        </p:txBody>
      </p:sp>
      <p:pic>
        <p:nvPicPr>
          <p:cNvPr id="9" name="Image 0" descr="C:\Users\db\.gemini\antigravity-ide\brain\74b34fdf-39dc-4ffc-956d-68ab8bb68669\contact_page_17921068669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897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6916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비즈니스 문의 채널 인터랙션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1984248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슬로건: Let's work together (협업 제안 및 프로젝트 견적 문의)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문의 이메일: winhub@winhub.co.kr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대표 전화: 031-998-1815 / 팩스 번호 연동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7132320" y="321868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카카오맵 지도 API 및 오시는 길 연동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132320" y="3511296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회사 주소: 카카오맵 마커 등록 및 인터랙티브 맵 뷰 제공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'지도 크게보기' 및 '길찾기' 카카오맵 외부 링크 바로가기 지원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대중교통 및 주차 안내 세부 정보 명시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7132320" y="474573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문의 폼 유효성 검증(Validation)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5038344"/>
            <a:ext cx="43251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이름, 이메일, 연락처, 프로젝트 예산 및 일정 필수 입력 필터링</a:t>
            </a:r>
            <a:endParaRPr lang="en-US" sz="9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수집 및 이용 동의 체크박스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INTERACTION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 인터랙션 파이프라인 및 기술 스택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 3D WebGL 파이프라인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1755648"/>
            <a:ext cx="2834640" cy="27432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7922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WebGL 2.0 / GLTF / Three.js r164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2084832"/>
            <a:ext cx="10241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섹션 및 About 페이지 배경에 실시간 3D GLTF/GLB 모델 로드. OrbitControls, Draco 압축 알고리즘을 적용하여 60FPS 부드러운 렌더링 유지.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986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&amp; ScrollTrigger 스크롤 오케스트레이션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2898648"/>
            <a:ext cx="2834640" cy="27432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9352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3.12 / ScrollTrigger / Timeline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10241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휠 이벤트에 따른 섹션 핀 고정(Pinning), 스크럽(Scrub) 타임라인 동기화, 단계별 SVG 패스 드로잉 및 파티클 플럭스 애니메이션 완벽 제어.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416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 SVG 스트림 &amp; 벡터 필터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4041648"/>
            <a:ext cx="2834640" cy="27432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40782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2.0 / CSS Filter / animateMotion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4370832"/>
            <a:ext cx="10241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수학적 베지어 곡선(Cubic Bezier Path)을 활용하여 섹터 간 에너지 흐름선 렌더링. SVG feGaussianBlur 및 네온 글로우 필터 최적화.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107259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846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Lottie 그래픽 &amp; 마이크로 파티클 캔버스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0" y="5184648"/>
            <a:ext cx="2834640" cy="27432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52212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Lottie Player / 2D Canvas API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5513832"/>
            <a:ext cx="10241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소개 및 미션 설명에 가벼운 JSON 기반 Lottie 모션을 배치하고, 텍스트 호버 시 파티클 익스플로드 캔버스 효과 연동.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ROADMAP &amp;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 및 GitHub Pages CI/CD 배포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25912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2496312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2130552" cy="34747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38528"/>
            <a:ext cx="2130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 |  1~2주차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30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및 디자인 시스템 확정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2130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21305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사이트 IA 및 와이어프레임 확정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컬러/타이포그래피 가이드라인 수립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모델 및 SVG 심볼 에셋 최적화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496312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874520"/>
            <a:ext cx="2130552" cy="34747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938528"/>
            <a:ext cx="2130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|  3~4주차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2130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퍼블리싱 &amp; 인터랙션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2971800"/>
            <a:ext cx="2130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154680"/>
            <a:ext cx="21305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Hero Three.js 캔버스 연동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GSAP Advantage 핀 스크롤 오케스트레이션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햄버거 메뉴 및 서브페이지 제작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496312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74520"/>
            <a:ext cx="2130552" cy="34747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938528"/>
            <a:ext cx="2130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|  5주차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377440"/>
            <a:ext cx="2130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바인딩 &amp; 크로스브라우징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971800"/>
            <a:ext cx="2130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154680"/>
            <a:ext cx="21305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비동기 패치 연동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반응형 모바일/태블릿 최적화 점검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웹 접근성 및 SEO 메타태그 적용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1645920"/>
            <a:ext cx="2496312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1874520"/>
            <a:ext cx="2130552" cy="34747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1938528"/>
            <a:ext cx="2130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 |  6주차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0" y="2377440"/>
            <a:ext cx="2130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및 GitHub Pages 배포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0" y="2971800"/>
            <a:ext cx="2130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154680"/>
            <a:ext cx="21305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 push -u origin main 형상 관리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자동 빌드/배포 활성화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도메인 연결 및 SSL 보안 인증 점검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공식 웹사이트 리뉴얼 화면설계 및 UI/UX 기획서</dc:title>
  <dc:subject>웹사이트 리뉴얼 및 상세 스토리보드</dc:subject>
  <dc:creator>WINHUB Planning Team</dc:creator>
  <cp:lastModifiedBy>WINHUB Planning Team</cp:lastModifiedBy>
  <cp:revision>1</cp:revision>
  <dcterms:created xsi:type="dcterms:W3CDTF">2026-10-15T23:32:53Z</dcterms:created>
  <dcterms:modified xsi:type="dcterms:W3CDTF">2026-10-15T23:32:53Z</dcterms:modified>
</cp:coreProperties>
</file>