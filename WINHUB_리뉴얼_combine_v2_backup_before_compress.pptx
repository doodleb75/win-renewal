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82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주요 에셋 </a:t>
                      </a:r>
                      <a:r>
                        <a:rPr lang="en-US" altLang="ko-KR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7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스펙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4000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7-ACT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7막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7막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S.01~S.04: 지능 신경망 ──► 퀀텀 코어 수렴 핀 스크롤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S.05~S.07: 차세대 인터랙티브 2x3 무박스 수치 그리드 &amp; 에디토리얼 인덱스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7막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9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7막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7-Act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7막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7단계 디지털 신경망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07592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4416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Cinematic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63240" y="13441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영역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51960" y="1344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비디오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806440" y="13441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미래지향적 게이트웨이: 비디오 배경 루프 위에서 미래를 여는 열쇠 모티브 전개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180136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18379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087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63240" y="18379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Tech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51960" y="18379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 SVG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806440" y="1837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지능의 신경망: AI/클라우드 칩셋이 분해되며 첫 번째 시안 광선 스트림 점등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57200" y="2221992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295144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3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5087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2331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Strategy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51960" y="2331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806440" y="2331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맞춤: 360도 레이더 스캔을 통해 고객사 고유의 비즈니스 도메인 정밀 타겟팅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57200" y="2715768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2788920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282549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4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5087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063240" y="2825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Execution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51960" y="28254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Hex Shield Seal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806440" y="28254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무결점 증명: 육각 쉴드 매트릭스 결합, 100% 품질 보증과 세 번째 앰버 스트림 완성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57200" y="3209544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282696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33192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5087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Convergence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63240" y="3319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Synergy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51960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Core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5806440" y="3319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퀀텀 수렴: 3대 스트림이 퀀텀 코어로 동시에 쏟아지며 빛의 폭발 모션 연출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572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9436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9436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5087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 &amp; Proof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6324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Impact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25196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2x3 Grid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80644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숫자의 증명: 99.98% 가동률, 15+년 등 무박스 헤어라인 수치 그리드 카운트업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4572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59436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59436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087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&amp; Outro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324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S.06 / S.07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196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 Table + CTA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580644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&amp; 제안: 에디토리얼 실적 인덱스 테이블을 지나 'READY TO EMPOWER?' 제안으로 마침표</a:t>
            </a:r>
            <a:endParaRPr lang="en-US" sz="720" dirty="0"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486490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c:\win-renewal\assets\mp4\futuristic_key.mp4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1863469" y="1848408"/>
            <a:ext cx="1613061" cy="1613061"/>
          </a:xfrm>
          <a:prstGeom prst="ellipse">
            <a:avLst/>
          </a:prstGeom>
          <a:solidFill>
            <a:srgbClr val="1E293B">
              <a:alpha val="50000"/>
            </a:srgbClr>
          </a:solidFill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2518775" y="2050040"/>
            <a:ext cx="302448" cy="1008163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855306" y="2453306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[Futuristic MP4 Video Loop &amp; Particle Canvas]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209428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864734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1359387" y="3804244"/>
            <a:ext cx="2621224" cy="282285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359387" y="3834489"/>
            <a:ext cx="2621224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SCROLL TO INITIATE SYSTEM ↓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[비디오 에셋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assets/mp4/futuristic_key.mp4 60FPS 무한 루프 재생</a:t>
            </a:r>
            <a:br/>
            <a:r>
              <a:t>  · 65% 다크 오버레이로 타이포그래피 시인성 확보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[미래지향 카피라이팅]: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</a:t>
            </a:r>
            <a:br/>
            <a:r>
              <a:t>  · 디지털 키(Gateway) 모티브의 기업 기술 도약 형상화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GNB: 로고 + 햄버거 메뉴(단순화)</a:t>
            </a:r>
            <a:br/>
            <a:r>
              <a:t>  · 'SCROLL TO INITIATE SYSTEM' 클릭 시 S.01 부드러운 스크롤 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2832" y="150000"/>
            <a:ext cx="80233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futuristic_key.mp4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Stream Wire to Synergy Core ↓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196" y="150000"/>
            <a:ext cx="6276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AI Kernel SVG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비즈니스 환경을 360도 스캔해 컨설팅부터 시스템 구축 및 운영 로드맵 설계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56496" y="150000"/>
            <a:ext cx="73500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360° Radar Scan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S.03 · PROVEN EXECUTION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MOMENTUM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다년간 축적된 대형 SI 프로젝트 노하우와 검증된 품질 관리로 무결점 납기 보증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913877" y="2554122"/>
            <a:ext cx="1411428" cy="1512244"/>
          </a:xfrm>
          <a:prstGeom prst="hexagon">
            <a:avLst/>
          </a:prstGeom>
          <a:solidFill>
            <a:srgbClr val="78350F">
              <a:alpha val="5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1913877" y="3058204"/>
            <a:ext cx="1411428" cy="504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50" dirty="0"/>
          </a:p>
          <a:p>
            <a:pPr marL="0" indent="0" algn="ctr">
              <a:buNone/>
            </a:pPr>
            <a:r>
              <a:rPr lang="en-US" sz="93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 QUALITY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S.03 Proven Execution (무결점 증명)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6533" y="150000"/>
            <a:ext cx="6949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Hex Shield Seal</a:t>
            </a:r>
          </a:p>
        </p:txBody>
      </p:sp>
      <p:sp>
        <p:nvSpPr>
          <p:cNvPr id="2" name="Footer_PageNumber_14">
            <a:extLst>
              <a:ext uri="{FF2B5EF4-FFF2-40B4-BE49-F238E27FC236}">
                <a16:creationId xmlns:a16="http://schemas.microsoft.com/office/drawing/2014/main" id="{0D9735FE-134D-9A6F-6D69-95EB28EF466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814693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81469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S.04 · INTEGRATED SYNERGY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76204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CONVERGED CORE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1918979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리더십 · 고객 맞춤 전략 · 검증된 수행력이 유기적으로 결합한 압도적 시너지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006530" y="2302081"/>
            <a:ext cx="1512244" cy="1008163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619591" y="2201265"/>
            <a:ext cx="0" cy="1108979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H="1">
            <a:off x="2720408" y="2302081"/>
            <a:ext cx="1512244" cy="1008163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5"/>
          <p:cNvSpPr/>
          <p:nvPr/>
        </p:nvSpPr>
        <p:spPr>
          <a:xfrm>
            <a:off x="1913877" y="3209428"/>
            <a:ext cx="1411428" cy="1209795"/>
          </a:xfrm>
          <a:prstGeom prst="ellipse">
            <a:avLst/>
          </a:prstGeom>
          <a:solidFill>
            <a:srgbClr val="1E1B4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2317142" y="3511877"/>
            <a:ext cx="604897" cy="604897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1409795" y="4469632"/>
            <a:ext cx="2419591" cy="260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QUANTUM REACTOR CORE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[Pulse Wave Explosion]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S.04 Integrated Synergy (퀀텀 코어 수렴)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0960" y="150000"/>
            <a:ext cx="66608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Quantum Core</a:t>
            </a:r>
          </a:p>
        </p:txBody>
      </p:sp>
      <p:sp>
        <p:nvSpPr>
          <p:cNvPr id="2" name="Footer_PageNumber_15">
            <a:extLst>
              <a:ext uri="{FF2B5EF4-FFF2-40B4-BE49-F238E27FC236}">
                <a16:creationId xmlns:a16="http://schemas.microsoft.com/office/drawing/2014/main" id="{B5F7916B-2A51-19CD-4707-06B4AC198EC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S.05 · ENTERPRISE IMPACT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CAPABILITY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PILLAR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S.05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8443" y="150000"/>
            <a:ext cx="79111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CoMinVi 2x3 Grid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S.06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63095" y="150000"/>
            <a:ext cx="521810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Index Table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[에디토리얼 인덱스 테이블]: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1행 1레코드 미니멀 인터랙티브 테이블 구조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호버 시 해당 프로젝트 썸네일 플로팅 프리뷰 및 화살표 대각선 회전</a:t>
            </a:r>
          </a:p>
          <a:p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[실적 데이터 바인딩 &amp; 인터랙션]: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 MART, LX 하우시스, AK PLAZA, 신세계 I&amp;C 등 핵심 실적 직관 노출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서브페이지 Works 상세(S02-Detail)로 스무스 트랜지션 이동</a:t>
            </a:r>
          </a:p>
          <a:p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[엔터프라이즈 UI/UX 최적화]: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1px 헤어라인 디바이더와 시안 네온 강조로 가독성 극대화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모바일/태블릿 터치 디바이스에 맞춘 최적 탭 타겟 영역 보장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86000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92000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S.07 · READY TO CONNECT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04081" y="104000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164000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704081" y="2957387"/>
            <a:ext cx="2419591" cy="322612"/>
          </a:xfrm>
          <a:prstGeom prst="round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S.07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3439" y="150000"/>
            <a:ext cx="581121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메인 / Act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7372" y="150000"/>
            <a:ext cx="653256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Full Bleed CTA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00000" y="2840000"/>
            <a:ext cx="4940000" cy="1850000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220000" y="2940000"/>
            <a:ext cx="8890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WINHUB
in   @   fb
IT Innovation Partner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360000" y="2940000"/>
            <a:ext cx="952500" cy="646331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EXPLORE ]
About Us
Works
Contact Us
Support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4D813-402A-224E-5717-5CDB70BB51B2}"/>
              </a:ext>
            </a:extLst>
          </p:cNvPr>
          <p:cNvSpPr txBox="1"/>
          <p:nvPr/>
        </p:nvSpPr>
        <p:spPr>
          <a:xfrm>
            <a:off x="2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LIBRARY ]
Flagship Works
Architecture
Insights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6BAA4-45EB-C893-CF5B-99C906EDD351}"/>
              </a:ext>
            </a:extLst>
          </p:cNvPr>
          <p:cNvSpPr txBox="1"/>
          <p:nvPr/>
        </p:nvSpPr>
        <p:spPr>
          <a:xfrm>
            <a:off x="3360000" y="2940000"/>
            <a:ext cx="9525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LEGAL ]
Notice of Privacy
Terms of Service
Security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90B94-7886-919B-E1AD-51DC9D55B48D}"/>
              </a:ext>
            </a:extLst>
          </p:cNvPr>
          <p:cNvSpPr txBox="1"/>
          <p:nvPr/>
        </p:nvSpPr>
        <p:spPr>
          <a:xfrm>
            <a:off x="4310000" y="2940000"/>
            <a:ext cx="1016000" cy="546303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>
                <a:solidFill>
                  <a:srgbClr val="F1F5F9"/>
                </a:solidFill>
                <a:latin typeface="Malgun Gothic" panose="020B0503020000020004" pitchFamily="50" charset="-127"/>
              </a:rPr>
              <a:t>[ CONTACT ]
contact@winhub.co.kr
031-908-7711
Direct Inquiry</a:t>
            </a:r>
            <a:endParaRPr lang="ko-KR" altLang="en-US" sz="65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- 18 -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8787" y="150000"/>
            <a:ext cx="85042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Vision &amp; 3D Spline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- 19 -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000" y="229644"/>
            <a:ext cx="760000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서브 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</a:rPr>
              <a:t>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4000" y="233491"/>
            <a:ext cx="1120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750">
                <a:solidFill>
                  <a:srgbClr val="0EA5E9"/>
                </a:solidFill>
                <a:latin typeface="Malgun Gothic" panose="020B0503020000020004" pitchFamily="50" charset="-127"/>
              </a:rPr>
              <a:t>BIZ DOMAIN &amp; Icons</a:t>
            </a:r>
            <a:endParaRPr lang="ko-KR" altLang="en-US" sz="750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4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52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4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 아키텍처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55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- 20 -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8787" y="150000"/>
            <a:ext cx="850426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96383" y="150000"/>
            <a:ext cx="855234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Grid &amp; Decap CMS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- 21 -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47491" y="150000"/>
            <a:ext cx="953018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0547" y="150000"/>
            <a:ext cx="1106905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1200px Showcase &amp; Nav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- 22 -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[스마트 견적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서비스 유형(웹/앱/ERP/솔루션), 예산, 일정 인터랙티브 입력</a:t>
            </a:r>
            <a:br/>
            <a:r>
              <a:t>  · 개인정보 보호 암호화 및 실시간 검증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[본사 위치 지도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카카오맵 API 연동 및 오시는 길(마두역 4번출구) 안내</a:t>
            </a:r>
            <a:br/>
            <a:r>
              <a:t>  · SK M-City 섹션 9005호 맵 마커 표시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[공식 연락처 직통 채널]: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대표 이메일: contact@winhub.co.kr | 대표 전화: 031-908-7711</a:t>
            </a:r>
            <a:br/>
            <a:r>
              <a:t>  · 접수 즉시 담당자 배정 및 24시간 내 회신 프로세스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083" y="150000"/>
            <a:ext cx="747833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99401" y="150000"/>
            <a:ext cx="1049197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0">
                <a:solidFill>
                  <a:srgbClr val="0EA5E9"/>
                </a:solidFill>
                <a:latin typeface="Malgun Gothic"/>
              </a:rPr>
              <a:t>Smart Form &amp; Map API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- 23 -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1 (Hero)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CONNECTS TO EMPOWER YOUR SUCCESS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미래를 여는 디지털 키(Gateway)로 고객 비즈니스의 성공적 도약을 견인합니다.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#futuristic_key #연결 #도약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2 (S.01)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ORCHESTRATING ENTERPRISE INTELLIGENCE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AI · 클라우드 · 빅데이터 아키텍처를 엔터프라이즈 환경에 최적화하여 구현합니다.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#신경망 #AI코어 #클라우드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3 (S.02)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PRECISION AT SCALE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고객 비즈니스 환경을 정밀 분석해 컨설팅부터 시스템 구축 및 운영 로드맵을 설계합니다.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#레이더스캔 #정밀분석 #맞춤전략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4 (S.03)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VERIFIED MOMENTUM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다년간 축적된 대형 SI 프로젝트 노하우와 검증된 방법론으로 무결점 납기를 보증합니다.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#육각쉴드 #품질보증 #무결점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5 (S.04)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THE CONVERGED CORE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기술 리더십 · 고객 맞춤 전략 · 검증된 수행력이 결합하여 압도적 시너지를 완성합니다.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#퀀텀코어 #에너지수렴 #시너지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6 (S.05)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NUMBERS THAT PROVE LEADERSHIP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99.98% 시스템 가동률, 15+년 엔터프라이즈 SI 노하우, 50+ 대기업 파트너 레퍼런스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#실적수치 #가동률 #엔터프라이즈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ACT 7 (Outro)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READY TO EMPOWER YOUR FUTURE?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단순한 시스템 구축을 넘어, 비즈니스의 성공적인 디지털 전환을 지금 시작하십시오.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#프로젝트제안 #상담문의 #전환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- 24 -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- 25 -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- 26 -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lang="en-US" altLang="ko-KR" sz="800">
                <a:solidFill>
                  <a:srgbClr val="94A3B8"/>
                </a:solidFill>
                <a:latin typeface="Malgun Gothic" panose="020B0503020000020004" pitchFamily="50" charset="-127"/>
              </a:rPr>
              <a:t>- 27 -</a:t>
            </a:r>
            <a:endParaRPr lang="ko-KR" altLang="en-US" sz="8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5333</Words>
  <Application>Microsoft Office PowerPoint</Application>
  <PresentationFormat>화면 슬라이드 쇼(16:9)</PresentationFormat>
  <Paragraphs>706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2</cp:revision>
  <dcterms:created xsi:type="dcterms:W3CDTF">2026-10-16T06:28:46Z</dcterms:created>
  <dcterms:modified xsi:type="dcterms:W3CDTF">2026-10-19T01:51:43Z</dcterms:modified>
</cp:coreProperties>
</file>